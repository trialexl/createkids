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09b9decaba44a6" /><Relationship Type="http://schemas.openxmlformats.org/officeDocument/2006/relationships/extended-properties" Target="/docProps/app.xml" Id="Rd1ac5f2490fd48a9" /><Relationship Type="http://schemas.openxmlformats.org/officeDocument/2006/relationships/officeDocument" Target="/ppt/presentation.xml" Id="Rb378cf0c864542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6545295ea34890"/>
  </p:sldMasterIdLst>
  <p:notesMasterIdLst>
    <p:notesMasterId xmlns:r="http://schemas.openxmlformats.org/officeDocument/2006/relationships" r:id="Rebbf3416aee04ac9"/>
  </p:notesMasterIdLst>
  <p:sldIdLst>
    <p:sldId xmlns:r="http://schemas.openxmlformats.org/officeDocument/2006/relationships" id="256" r:id="R594b0752bb2943ae"/>
    <p:sldId xmlns:r="http://schemas.openxmlformats.org/officeDocument/2006/relationships" id="257" r:id="Rf69c9f3af53448fe"/>
    <p:sldId xmlns:r="http://schemas.openxmlformats.org/officeDocument/2006/relationships" id="258" r:id="Rb457322dee674674"/>
    <p:sldId xmlns:r="http://schemas.openxmlformats.org/officeDocument/2006/relationships" id="259" r:id="Rd8b6bfacfd69413f"/>
    <p:sldId xmlns:r="http://schemas.openxmlformats.org/officeDocument/2006/relationships" id="260" r:id="R8de6d586d5394300"/>
    <p:sldId xmlns:r="http://schemas.openxmlformats.org/officeDocument/2006/relationships" id="261" r:id="Re8272e618a8e4712"/>
    <p:sldId xmlns:r="http://schemas.openxmlformats.org/officeDocument/2006/relationships" id="262" r:id="R59ff57b61cf2435c"/>
    <p:sldId xmlns:r="http://schemas.openxmlformats.org/officeDocument/2006/relationships" id="263" r:id="R7685882055054e4d"/>
    <p:sldId xmlns:r="http://schemas.openxmlformats.org/officeDocument/2006/relationships" id="264" r:id="R1699757ac64e4bd8"/>
    <p:sldId xmlns:r="http://schemas.openxmlformats.org/officeDocument/2006/relationships" id="265" r:id="Rc1879131c3224ee8"/>
    <p:sldId xmlns:r="http://schemas.openxmlformats.org/officeDocument/2006/relationships" id="266" r:id="R5598dee9ff5c4d22"/>
    <p:sldId xmlns:r="http://schemas.openxmlformats.org/officeDocument/2006/relationships" id="267" r:id="Rd761acfb5a304651"/>
    <p:sldId xmlns:r="http://schemas.openxmlformats.org/officeDocument/2006/relationships" id="268" r:id="Rf67eb4923d02448d"/>
    <p:sldId xmlns:r="http://schemas.openxmlformats.org/officeDocument/2006/relationships" id="269" r:id="R7e4de8f8c63e4a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f11b78ae6d478c" /><Relationship Type="http://schemas.openxmlformats.org/officeDocument/2006/relationships/slideMaster" Target="/ppt/slideMasters/slideMaster1.xml" Id="R6b6545295ea34890" /><Relationship Type="http://schemas.openxmlformats.org/officeDocument/2006/relationships/notesMaster" Target="/ppt/notesMasters/notesMaster1.xml" Id="Rebbf3416aee04ac9" /><Relationship Type="http://schemas.openxmlformats.org/officeDocument/2006/relationships/presProps" Target="/ppt/presProps.xml" Id="Rdd80a124286149c2" /><Relationship Type="http://schemas.openxmlformats.org/officeDocument/2006/relationships/tableStyles" Target="/ppt/tableStyles.xml" Id="R69f4ab160f404346" /><Relationship Type="http://schemas.openxmlformats.org/officeDocument/2006/relationships/slide" Target="/ppt/slides/slide1.xml" Id="R594b0752bb2943ae" /><Relationship Type="http://schemas.openxmlformats.org/officeDocument/2006/relationships/slide" Target="/ppt/slides/slide2.xml" Id="Rf69c9f3af53448fe" /><Relationship Type="http://schemas.openxmlformats.org/officeDocument/2006/relationships/slide" Target="/ppt/slides/slide3.xml" Id="Rb457322dee674674" /><Relationship Type="http://schemas.openxmlformats.org/officeDocument/2006/relationships/slide" Target="/ppt/slides/slide4.xml" Id="Rd8b6bfacfd69413f" /><Relationship Type="http://schemas.openxmlformats.org/officeDocument/2006/relationships/slide" Target="/ppt/slides/slide5.xml" Id="R8de6d586d5394300" /><Relationship Type="http://schemas.openxmlformats.org/officeDocument/2006/relationships/slide" Target="/ppt/slides/slide6.xml" Id="Re8272e618a8e4712" /><Relationship Type="http://schemas.openxmlformats.org/officeDocument/2006/relationships/slide" Target="/ppt/slides/slide7.xml" Id="R59ff57b61cf2435c" /><Relationship Type="http://schemas.openxmlformats.org/officeDocument/2006/relationships/slide" Target="/ppt/slides/slide8.xml" Id="R7685882055054e4d" /><Relationship Type="http://schemas.openxmlformats.org/officeDocument/2006/relationships/slide" Target="/ppt/slides/slide9.xml" Id="R1699757ac64e4bd8" /><Relationship Type="http://schemas.openxmlformats.org/officeDocument/2006/relationships/slide" Target="/ppt/slides/slide10.xml" Id="Rc1879131c3224ee8" /><Relationship Type="http://schemas.openxmlformats.org/officeDocument/2006/relationships/slide" Target="/ppt/slides/slide11.xml" Id="R5598dee9ff5c4d22" /><Relationship Type="http://schemas.openxmlformats.org/officeDocument/2006/relationships/slide" Target="/ppt/slides/slide12.xml" Id="Rd761acfb5a304651" /><Relationship Type="http://schemas.openxmlformats.org/officeDocument/2006/relationships/slide" Target="/ppt/slides/slide13.xml" Id="Rf67eb4923d02448d" /><Relationship Type="http://schemas.openxmlformats.org/officeDocument/2006/relationships/slide" Target="/ppt/slides/slide14.xml" Id="R7e4de8f8c63e4a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5343fd35dc4b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6a57a5c3444a16" /><Relationship Type="http://schemas.openxmlformats.org/officeDocument/2006/relationships/notesMaster" Target="/ppt/notesMasters/notesMaster1.xml" Id="R1f20a6f25c664f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355330e9c1466a" /><Relationship Type="http://schemas.openxmlformats.org/officeDocument/2006/relationships/notesMaster" Target="/ppt/notesMasters/notesMaster1.xml" Id="Rc66d45a989c242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afd83b284e43e1" /><Relationship Type="http://schemas.openxmlformats.org/officeDocument/2006/relationships/notesMaster" Target="/ppt/notesMasters/notesMaster1.xml" Id="R2f65d8ffdb6748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fc2b3a08254d1b" /><Relationship Type="http://schemas.openxmlformats.org/officeDocument/2006/relationships/notesMaster" Target="/ppt/notesMasters/notesMaster1.xml" Id="Raa46b6b6b75343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b9545d7a984526" /><Relationship Type="http://schemas.openxmlformats.org/officeDocument/2006/relationships/notesMaster" Target="/ppt/notesMasters/notesMaster1.xml" Id="R0a36322b9a354c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15ac8cbf86414c" /><Relationship Type="http://schemas.openxmlformats.org/officeDocument/2006/relationships/notesMaster" Target="/ppt/notesMasters/notesMaster1.xml" Id="R522cc0225d944e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00bd7be9914c9c" /><Relationship Type="http://schemas.openxmlformats.org/officeDocument/2006/relationships/notesMaster" Target="/ppt/notesMasters/notesMaster1.xml" Id="R7088ea5e9d0847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af923945784a34" /><Relationship Type="http://schemas.openxmlformats.org/officeDocument/2006/relationships/notesMaster" Target="/ppt/notesMasters/notesMaster1.xml" Id="R4c18dcad547f4d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3c8f2f073841a2" /><Relationship Type="http://schemas.openxmlformats.org/officeDocument/2006/relationships/notesMaster" Target="/ppt/notesMasters/notesMaster1.xml" Id="Rc3ead8d0f5d649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e3dc734e234c1e" /><Relationship Type="http://schemas.openxmlformats.org/officeDocument/2006/relationships/notesMaster" Target="/ppt/notesMasters/notesMaster1.xml" Id="Rb7a09dd819b246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1d5e5ef286b441e" /><Relationship Type="http://schemas.openxmlformats.org/officeDocument/2006/relationships/notesMaster" Target="/ppt/notesMasters/notesMaster1.xml" Id="Rcb705b7e15f743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1cd3cd3d104f29" /><Relationship Type="http://schemas.openxmlformats.org/officeDocument/2006/relationships/notesMaster" Target="/ppt/notesMasters/notesMaster1.xml" Id="R10224645a5bf40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0443d99f154c82" /><Relationship Type="http://schemas.openxmlformats.org/officeDocument/2006/relationships/notesMaster" Target="/ppt/notesMasters/notesMaster1.xml" Id="R2e6625df34c54f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22128e0ceb4adb" /><Relationship Type="http://schemas.openxmlformats.org/officeDocument/2006/relationships/notesMaster" Target="/ppt/notesMasters/notesMaster1.xml" Id="R6efbe30e588b42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 презентация — не рассказ о функциях приложения. Это наша история как родителей. У нас двое детей разного возраста, и CreateKids появился из вопроса о том, как помочь им подготовиться к будущему, которого мы сами не можем предсказать.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Всё началось не с идеи создать технологический продукт. Мы думали о будущем собственных детей: что действительно будет им полезно через десять или пятнадцать лет и как развивать это уже сейчас, без попытки заранее выбрать за них профессию или талант.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Нашему сыну семь лет, дочери четырнадцать. Младшему важны игра, движение, материалы в руках и быстрый результат. Подростку нужны самостоятельность, собственный стиль, уважение к личному пространству и настоящие, не детские формы проектов. Одно и то же занятие редко подходит им одинаково.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решили сделать ставку на творчество, но не сводить его к рисованию, музыке или другой отдельной технике. Нам стала важна более широкая способность: создавать новое в разных формах, переносить идеи между областями и постепенно находить собственный способ выражения.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Искусственный интеллект уже умеет быстро создавать типовые тексты, изображения, музыку и код. Это не означает, что знания больше не нужны. Но всё важнее становится умение решить, какой вопрос задать, какую проблему выбрать, какие идеи соединить, какое направление принять и как довести замысел до работающего результата.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Никто не знает точно, какие профессии будут востребованы через десять или пятнадцать лет. Поэтому мы не хотим готовить детей к одному названию профессии или одному правильному пути. Наша родительская гипотеза состоит в том, что самостоятельное мышление и способность создавать пригодятся в разных сценариях будущего.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Постепенно мы поняли, что этот вопрос волнует не только нашу семью. Многие родители тоже пытаются разобраться, какие способности развивать в мире быстрых технологических изменений и как делать это без страха, давления и недоказанных обещаний.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Родители видят, что мир меняется быстрее привычных образовательных маршрутов. Они понимают ценность самостоятельности, воображения и авторского выбора, но часто не знают, как превратить эти понятия в регулярную домашнюю практику. Тревоге нужен не лозунг, а понятное действие.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практике возникают четыре препятствия. Непонятно, какие направления дать попробовать. Сложно подобрать задания детям разного возраста. Регулярная подготовка снова ложится на взрослого. А готовый образец, оценка и сравнение легко превращают творчество в ещё одну школу с правильными ответами.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Так появилась идея CreateKids: превратить большую тревожную задачу «подготовить ребёнка к будущему» в спокойную семейную практику. Сначала были наш вопрос, принципы и программа. Приложение появилось позже как способ сделать этот ритм доступным другим семьям.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Каждую неделю приложение предлагает короткое задание младшему ребёнку, более самостоятельный проект подростку, общую семейную игру или лабораторию и короткую фиксацию процесса. Формы меняются: рисунок, история, музыка, конструкция, театр, кино, цифровой проект или полезное изобретение.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Через двенадцать недель семья получает не набор одинаковых поделок и не оценку способностей. Она получает карту интересов каждого ребёнка: что он выбирал сам, где дольше удерживал внимание, к чему вернулся без уговоров, что улучшил после неудачи и чем захотел поделиться.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не продаём уроки рисования, дополнительное экранное время или обещание угадать профессию будущего. Мы хотим дать родителю понятный способ действовать в неопределённости, а ребёнку — безопасное место, где можно пробовать, бросать, переделывать, ошибаться и находить своё без сравнения с другими.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не хотим решать за детей, в чём их талант. Мы хотим создать условия, в которых они смогут это обнаружить сами. Будущее нельзя предсказать, но способность замечать возможности, придумывать и создавать можно развивать уже сейчас.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d9c7b6045f44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8ff9899e354c51" /><Relationship Type="http://schemas.openxmlformats.org/officeDocument/2006/relationships/slideLayout" Target="/ppt/slideLayouts/slideLayout1.xml" Id="R7ddb7ac58d8b4e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db7ac58d8b4e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7270a8a37436e" /><Relationship Type="http://schemas.openxmlformats.org/officeDocument/2006/relationships/image" Target="/ppt/media/image.jpeg" Id="Ref92a326618b4a7c" /><Relationship Type="http://schemas.openxmlformats.org/officeDocument/2006/relationships/notesSlide" Target="/ppt/notesSlides/notesSlide1.xml" Id="R3988553c4b6440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4991fe1684f99" /><Relationship Type="http://schemas.openxmlformats.org/officeDocument/2006/relationships/image" Target="/ppt/media/image2.jpeg" Id="R968c37046d74421b" /><Relationship Type="http://schemas.openxmlformats.org/officeDocument/2006/relationships/notesSlide" Target="/ppt/notesSlides/notesSlide2.xml" Id="Rfe1b967d5c5a4a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d86fe84444339" /><Relationship Type="http://schemas.openxmlformats.org/officeDocument/2006/relationships/image" Target="/ppt/media/image3.jpeg" Id="Rfbd893ce096844c4" /><Relationship Type="http://schemas.openxmlformats.org/officeDocument/2006/relationships/notesSlide" Target="/ppt/notesSlides/notesSlide3.xml" Id="R34b111686c3249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39819f8ca4678" /><Relationship Type="http://schemas.openxmlformats.org/officeDocument/2006/relationships/image" Target="/ppt/media/image4.jpeg" Id="R90027533d5cf4dfb" /><Relationship Type="http://schemas.openxmlformats.org/officeDocument/2006/relationships/notesSlide" Target="/ppt/notesSlides/notesSlide4.xml" Id="Rb56dd321837940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c321e7c9146d3" /><Relationship Type="http://schemas.openxmlformats.org/officeDocument/2006/relationships/image" Target="/ppt/media/image5.jpeg" Id="R3eff18bc994e496a" /><Relationship Type="http://schemas.openxmlformats.org/officeDocument/2006/relationships/notesSlide" Target="/ppt/notesSlides/notesSlide5.xml" Id="Rdc8a88bfd34644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ed560b4164f48" /><Relationship Type="http://schemas.openxmlformats.org/officeDocument/2006/relationships/image" Target="/ppt/media/image6.jpeg" Id="R121f9273c3e24d04" /><Relationship Type="http://schemas.openxmlformats.org/officeDocument/2006/relationships/notesSlide" Target="/ppt/notesSlides/notesSlide6.xml" Id="R9d1c506f882247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ded41b1ad4581" /><Relationship Type="http://schemas.openxmlformats.org/officeDocument/2006/relationships/image" Target="/ppt/media/image7.jpeg" Id="R9f9326a668c14425" /><Relationship Type="http://schemas.openxmlformats.org/officeDocument/2006/relationships/notesSlide" Target="/ppt/notesSlides/notesSlide7.xml" Id="R74e64537affb4e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7a981cc7a4d34" /><Relationship Type="http://schemas.openxmlformats.org/officeDocument/2006/relationships/image" Target="/ppt/media/image8.jpeg" Id="Ra01cfe2ae05842e4" /><Relationship Type="http://schemas.openxmlformats.org/officeDocument/2006/relationships/notesSlide" Target="/ppt/notesSlides/notesSlide8.xml" Id="Ra6305d49eff548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ba922486d45c8" /><Relationship Type="http://schemas.openxmlformats.org/officeDocument/2006/relationships/image" Target="/ppt/media/image9.jpeg" Id="R15a98ae7d2204488" /><Relationship Type="http://schemas.openxmlformats.org/officeDocument/2006/relationships/notesSlide" Target="/ppt/notesSlides/notesSlide9.xml" Id="R26350b2196c446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3b6eea0f14fd1" /><Relationship Type="http://schemas.openxmlformats.org/officeDocument/2006/relationships/image" Target="/ppt/media/image10.jpeg" Id="R662d055445fe448c" /><Relationship Type="http://schemas.openxmlformats.org/officeDocument/2006/relationships/notesSlide" Target="/ppt/notesSlides/notesSlide10.xml" Id="R254b56295d164d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7e06ba73640c3" /><Relationship Type="http://schemas.openxmlformats.org/officeDocument/2006/relationships/image" Target="/ppt/media/image11.jpeg" Id="Rf0354995d6944d9f" /><Relationship Type="http://schemas.openxmlformats.org/officeDocument/2006/relationships/notesSlide" Target="/ppt/notesSlides/notesSlide11.xml" Id="R244c3a30a3dc4b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69a96702d464e" /><Relationship Type="http://schemas.openxmlformats.org/officeDocument/2006/relationships/image" Target="/ppt/media/image12.jpeg" Id="Ra9381282763543d3" /><Relationship Type="http://schemas.openxmlformats.org/officeDocument/2006/relationships/notesSlide" Target="/ppt/notesSlides/notesSlide12.xml" Id="Re548b7720f8a43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a3c8749f5c44c8" /><Relationship Type="http://schemas.openxmlformats.org/officeDocument/2006/relationships/image" Target="/ppt/media/image13.jpeg" Id="R259a1a6e2b974043" /><Relationship Type="http://schemas.openxmlformats.org/officeDocument/2006/relationships/notesSlide" Target="/ppt/notesSlides/notesSlide13.xml" Id="Rcb0bd7203ca14e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335bcd31943ae" /><Relationship Type="http://schemas.openxmlformats.org/officeDocument/2006/relationships/image" Target="/ppt/media/image14.jpeg" Id="R63e6f34407ea4ab3" /><Relationship Type="http://schemas.openxmlformats.org/officeDocument/2006/relationships/notesSlide" Target="/ppt/notesSlides/notesSlide14.xml" Id="R553509ddbbe848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2a326618b4a7c"/>
          <a:stretch xmlns:a="http://schemas.openxmlformats.org/drawingml/2006/main"/>
        </p:blipFill>
        <p:spPr>
          <a:xfrm xmlns:a="http://schemas.openxmlformats.org/drawingml/2006/main" flipH="0" flipV="0">
            <a:off x="5508625" y="1123950"/>
            <a:ext cx="6146800" cy="3457575"/>
          </a:xfrm>
          <a:prstGeom xmlns:a="http://schemas.openxmlformats.org/drawingml/2006/main" prst="round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8027CF6B-B550-4E90-80C1-470A267F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B3A59EF-E042-4C4E-9E82-7FFEC3E1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01/14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19AA66-91B6-4D4E-B1B1-B6447CB1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667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05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Почему мы сделали CreateKids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2BF002BA-4AF1-4F0A-9F34-3C7C70A4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66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0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История двух родителей, двух очень разных детей и одного вопроса о будущем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7E3190B2-0B19-4332-8315-C7850FC4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425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Наша семейная история</a:t>
            </a:r>
          </a:p>
        </p:txBody>
      </p:sp>
    </p:spTree>
    <p:extLst>
      <p:ext uri="{BB962C8B-B14F-4D97-AF65-F5344CB8AC3E}">
        <p14:creationId xmlns:p14="http://schemas.microsoft.com/office/powerpoint/2010/main" val="371010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c37046d74421b"/>
          <a:stretch xmlns:a="http://schemas.openxmlformats.org/drawingml/2006/main"/>
        </p:blipFill>
        <p:spPr>
          <a:xfrm xmlns:a="http://schemas.openxmlformats.org/drawingml/2006/main" flipH="0" flipV="0">
            <a:off x="497417" y="1524000"/>
            <a:ext cx="6282267" cy="3533775"/>
          </a:xfrm>
          <a:prstGeom xmlns:a="http://schemas.openxmlformats.org/drawingml/2006/main" prst="round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DF71637F-2141-4745-9E66-61481328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D651C50-5138-4AD8-8581-352E7A0A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02/14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2E3145-D442-416F-BC2A-55A6BB4A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Откуда появилась идея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9248CCE9-5338-468A-B753-4D424566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Всё началось не с приложения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F0C1035-27C8-466D-B5DE-DF17D1E6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Мы размышляли о будущем наших детей и о том, что действительно пригодится им через десять или пятнадцать лет.</a:t>
            </a:r>
          </a:p>
        </p:txBody>
      </p:sp>
    </p:spTree>
    <p:extLst>
      <p:ext uri="{BB962C8B-B14F-4D97-AF65-F5344CB8AC3E}">
        <p14:creationId xmlns:p14="http://schemas.microsoft.com/office/powerpoint/2010/main" val="8424706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893ce096844c4"/>
          <a:stretch xmlns:a="http://schemas.openxmlformats.org/drawingml/2006/main"/>
        </p:blipFill>
        <p:spPr>
          <a:xfrm xmlns:a="http://schemas.openxmlformats.org/drawingml/2006/main" flipH="0" flipV="0">
            <a:off x="5412317" y="1524000"/>
            <a:ext cx="6282267" cy="3533775"/>
          </a:xfrm>
          <a:prstGeom xmlns:a="http://schemas.openxmlformats.org/drawingml/2006/main" prst="round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F73007B-67FA-47FA-A134-CE4BD4F7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B96602E-A60F-4443-B781-76791B67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03/14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8CA74F-73E5-467A-82EC-2C8C7157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Мы — родители двоих детей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EB9BC24C-E91D-416E-8CC0-5F85FE3A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Сыну 7 лет. Дочери 14 лет.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D0E1DAB-E5C1-48DD-9692-3D40055A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Младшему нужны игра, движение и быстрый результат. Подростку нужны самостоятельность, собственный стиль и личное пространство.</a:t>
            </a:r>
          </a:p>
        </p:txBody>
      </p:sp>
    </p:spTree>
    <p:extLst>
      <p:ext uri="{BB962C8B-B14F-4D97-AF65-F5344CB8AC3E}">
        <p14:creationId xmlns:p14="http://schemas.microsoft.com/office/powerpoint/2010/main" val="5056902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27533d5cf4dfb"/>
          <a:stretch xmlns:a="http://schemas.openxmlformats.org/drawingml/2006/main"/>
        </p:blipFill>
        <p:spPr>
          <a:xfrm xmlns:a="http://schemas.openxmlformats.org/drawingml/2006/main" flipH="0" flipV="0">
            <a:off x="497417" y="1524000"/>
            <a:ext cx="6282267" cy="3533775"/>
          </a:xfrm>
          <a:prstGeom xmlns:a="http://schemas.openxmlformats.org/drawingml/2006/main" prst="round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5A637B5-B3C5-4014-8C0D-EEBFD07C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46F6E823-9EAE-4A97-B5BA-E1C3D77C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04/14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3F21F9-2348-4CED-BFCD-88D9EF1C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Мы сделали ставку на творчество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02ADCCEC-CC10-47FA-9D31-74D2688F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Не на один конкретный навык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541AB79-FA82-4F62-97A1-3F6627B4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Создавать новое в разных формах. Переносить идеи между областями. Постепенно находить собственный способ выражения.</a:t>
            </a:r>
          </a:p>
        </p:txBody>
      </p:sp>
    </p:spTree>
    <p:extLst>
      <p:ext uri="{BB962C8B-B14F-4D97-AF65-F5344CB8AC3E}">
        <p14:creationId xmlns:p14="http://schemas.microsoft.com/office/powerpoint/2010/main" val="358331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f18bc994e496a"/>
          <a:stretch xmlns:a="http://schemas.openxmlformats.org/drawingml/2006/main"/>
        </p:blipFill>
        <p:spPr>
          <a:xfrm xmlns:a="http://schemas.openxmlformats.org/drawingml/2006/main" flipH="0" flipV="0">
            <a:off x="5412317" y="1524000"/>
            <a:ext cx="6282267" cy="3533775"/>
          </a:xfrm>
          <a:prstGeom xmlns:a="http://schemas.openxmlformats.org/drawingml/2006/main" prst="round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0B0C618-F05E-4C63-90DA-A5928F24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039FED9-A4E1-4C78-9199-CB02657E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05/14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8D29A9-F983-419B-9FC9-181A5279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Мир готовых ответов меняет родительский вопрос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3497B1A6-8D54-4793-B57D-7608AEC4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ИИ уже быстро создаёт типовой контент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5D3C0E19-1A5E-4FB8-83F9-DC30F6F9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Важнее становится выбор вопроса, проблемы и направления. Замысел нужно довести до работающего результата.</a:t>
            </a:r>
          </a:p>
        </p:txBody>
      </p:sp>
    </p:spTree>
    <p:extLst>
      <p:ext uri="{BB962C8B-B14F-4D97-AF65-F5344CB8AC3E}">
        <p14:creationId xmlns:p14="http://schemas.microsoft.com/office/powerpoint/2010/main" val="1820801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f9273c3e24d04"/>
          <a:stretch xmlns:a="http://schemas.openxmlformats.org/drawingml/2006/main"/>
        </p:blipFill>
        <p:spPr>
          <a:xfrm xmlns:a="http://schemas.openxmlformats.org/drawingml/2006/main" flipH="0" flipV="0">
            <a:off x="497417" y="1524000"/>
            <a:ext cx="6282267" cy="3533775"/>
          </a:xfrm>
          <a:prstGeom xmlns:a="http://schemas.openxmlformats.org/drawingml/2006/main" prst="round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0B0D687-D61E-4A01-94C4-411DC10A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2485767-A832-4521-9E26-5E364752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06/14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4E7630-8807-4538-A44D-387623BE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Мы не знаем, кем будут работать наши дети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E1823054-0929-4C81-B960-0131384D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Честно предсказать профессии невозможно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C27BFE5-085F-45BE-8262-783FD1BD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Наша ставка: самостоятельно мыслить и создавать в разных сценариях будущего.</a:t>
            </a:r>
          </a:p>
        </p:txBody>
      </p:sp>
    </p:spTree>
    <p:extLst>
      <p:ext uri="{BB962C8B-B14F-4D97-AF65-F5344CB8AC3E}">
        <p14:creationId xmlns:p14="http://schemas.microsoft.com/office/powerpoint/2010/main" val="19905646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326a668c14425"/>
          <a:stretch xmlns:a="http://schemas.openxmlformats.org/drawingml/2006/main"/>
        </p:blipFill>
        <p:spPr>
          <a:xfrm xmlns:a="http://schemas.openxmlformats.org/drawingml/2006/main" flipH="0" flipV="0">
            <a:off x="5412317" y="1524000"/>
            <a:ext cx="6282267" cy="3533775"/>
          </a:xfrm>
          <a:prstGeom xmlns:a="http://schemas.openxmlformats.org/drawingml/2006/main" prst="round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064A476D-2990-4EA5-9D6C-B159F305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6600104E-038C-4FBA-854E-1AACB745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07/14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893780B-1478-47AF-AFE1-BA78AD51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Почему эта идея стоит того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565E13F1-B647-4512-B0E6-CFCD4E0E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Этот вопрос волнует не только нашу семью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979A3EE-949D-4BD6-80BE-2DE32AAD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Родители ищут способ развивать самостоятельность и воображение без страха, давления и громких обещаний.</a:t>
            </a:r>
          </a:p>
        </p:txBody>
      </p:sp>
    </p:spTree>
    <p:extLst>
      <p:ext uri="{BB962C8B-B14F-4D97-AF65-F5344CB8AC3E}">
        <p14:creationId xmlns:p14="http://schemas.microsoft.com/office/powerpoint/2010/main" val="339078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cfe2ae05842e4"/>
          <a:stretch xmlns:a="http://schemas.openxmlformats.org/drawingml/2006/main"/>
        </p:blipFill>
        <p:spPr>
          <a:xfrm xmlns:a="http://schemas.openxmlformats.org/drawingml/2006/main" flipH="0" flipV="0">
            <a:off x="497417" y="1524000"/>
            <a:ext cx="6282267" cy="3533775"/>
          </a:xfrm>
          <a:prstGeom xmlns:a="http://schemas.openxmlformats.org/drawingml/2006/main" prst="round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CEB391D9-44E5-4D6E-B942-9E1A9C9A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DD0F4E2-5CB5-4323-A24A-48B14B77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08/14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C3C9F9-6E4C-4B99-AC22-3F29E4EF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Многие родители чувствуют ту же тревогу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62093724-D224-4444-B354-EA028783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Тревоге нужен не лозунг, а понятное действие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4F5A10D-3B00-4407-A2DF-C72CBD20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Мир меняется быстрее привычных маршрутов. Домашней практике нужны ясный ритм и уважение к выбору ребёнка.</a:t>
            </a:r>
          </a:p>
        </p:txBody>
      </p:sp>
    </p:spTree>
    <p:extLst>
      <p:ext uri="{BB962C8B-B14F-4D97-AF65-F5344CB8AC3E}">
        <p14:creationId xmlns:p14="http://schemas.microsoft.com/office/powerpoint/2010/main" val="17478041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a98ae7d2204488"/>
          <a:stretch xmlns:a="http://schemas.openxmlformats.org/drawingml/2006/main"/>
        </p:blipFill>
        <p:spPr>
          <a:xfrm xmlns:a="http://schemas.openxmlformats.org/drawingml/2006/main" flipH="0" flipV="0">
            <a:off x="5412317" y="1524000"/>
            <a:ext cx="6282267" cy="3533775"/>
          </a:xfrm>
          <a:prstGeom xmlns:a="http://schemas.openxmlformats.org/drawingml/2006/main" prst="round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F4DFD53E-F63D-4C34-A93F-B6BDA7CB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9D1A4D8-38E3-4EFD-A9F2-D1FEC380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09/14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8D398F-D671-479B-8408-CCE7B6FA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Четыре практические проблемы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1698D020-36A5-4122-B736-DA011D34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Что пробовать и как совместить разные возрасты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E8C5F921-5482-43E3-A740-0D4368C5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Как заниматься регулярно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Как не превратить творчество в ещё одну школу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Как оставить ребёнку авторство</a:t>
            </a:r>
          </a:p>
        </p:txBody>
      </p:sp>
    </p:spTree>
    <p:extLst>
      <p:ext uri="{BB962C8B-B14F-4D97-AF65-F5344CB8AC3E}">
        <p14:creationId xmlns:p14="http://schemas.microsoft.com/office/powerpoint/2010/main" val="4756192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d055445fe448c"/>
          <a:stretch xmlns:a="http://schemas.openxmlformats.org/drawingml/2006/main"/>
        </p:blipFill>
        <p:spPr>
          <a:xfrm xmlns:a="http://schemas.openxmlformats.org/drawingml/2006/main" flipH="0" flipV="0">
            <a:off x="497417" y="1524000"/>
            <a:ext cx="6282267" cy="3533775"/>
          </a:xfrm>
          <a:prstGeom xmlns:a="http://schemas.openxmlformats.org/drawingml/2006/main" prst="round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D76656A-3E7C-4BA9-87D4-F0B14AD2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5B92A277-E177-4C86-8616-5DBF1B0C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10/14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B59312-6EA1-47E5-A3AA-A7CBE7CB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Так появилась идея CreateKids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3C23099E-E33E-482C-8D87-EB37CCE4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Большой вопрос становится понятной семейной практикой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0DDC1F2-CA60-4126-A88C-D7814C33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Сначала появились семейный вопрос, принципы и программа. Приложение появилось позже.</a:t>
            </a:r>
          </a:p>
        </p:txBody>
      </p:sp>
    </p:spTree>
    <p:extLst>
      <p:ext uri="{BB962C8B-B14F-4D97-AF65-F5344CB8AC3E}">
        <p14:creationId xmlns:p14="http://schemas.microsoft.com/office/powerpoint/2010/main" val="5900205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54995d6944d9f"/>
          <a:stretch xmlns:a="http://schemas.openxmlformats.org/drawingml/2006/main"/>
        </p:blipFill>
        <p:spPr>
          <a:xfrm xmlns:a="http://schemas.openxmlformats.org/drawingml/2006/main" flipH="0" flipV="0">
            <a:off x="5412317" y="1524000"/>
            <a:ext cx="6282267" cy="3533775"/>
          </a:xfrm>
          <a:prstGeom xmlns:a="http://schemas.openxmlformats.org/drawingml/2006/main" prst="round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813C8BA4-6C75-4866-AB5A-7BE99DE2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4ED0F84-64DC-473C-8048-2F81E51A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11/14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3AE69A-02D9-44BA-97DA-7CB5CC0C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Одна неделя. Четыре понятных шага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31537993-A25D-49E8-87F9-C83F4A3A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Одна тема, разные роли, никакого сравнения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E35A828-112E-4D41-975C-3B189CA7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1  Короткая игра младшему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2  Самостоятельный проект подростку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3  Общая семейная лаборатория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4  Сохранение процесса и рефлексия</a:t>
            </a:r>
          </a:p>
        </p:txBody>
      </p:sp>
    </p:spTree>
    <p:extLst>
      <p:ext uri="{BB962C8B-B14F-4D97-AF65-F5344CB8AC3E}">
        <p14:creationId xmlns:p14="http://schemas.microsoft.com/office/powerpoint/2010/main" val="593022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81282763543d3"/>
          <a:stretch xmlns:a="http://schemas.openxmlformats.org/drawingml/2006/main"/>
        </p:blipFill>
        <p:spPr>
          <a:xfrm xmlns:a="http://schemas.openxmlformats.org/drawingml/2006/main" flipH="0" flipV="0">
            <a:off x="497417" y="1524000"/>
            <a:ext cx="6282267" cy="3533775"/>
          </a:xfrm>
          <a:prstGeom xmlns:a="http://schemas.openxmlformats.org/drawingml/2006/main" prst="round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0285CE68-6416-412B-9CC2-37943646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C0DA5BA-E1D6-4B44-ACA3-CE4BD546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12/14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F8FA460-801B-4679-8043-D4FF52DC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Через 12 недель: карта живого интереса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C37C736D-AF93-4B19-B974-42DD650B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Не пачка одинаковых поделок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8777B02-A744-4992-9BB7-7C650B40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Что ребёнок выбрал сам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Где задержался дольше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К чему вернулся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Что улучшил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Чем захотел поделиться</a:t>
            </a:r>
          </a:p>
        </p:txBody>
      </p:sp>
    </p:spTree>
    <p:extLst>
      <p:ext uri="{BB962C8B-B14F-4D97-AF65-F5344CB8AC3E}">
        <p14:creationId xmlns:p14="http://schemas.microsoft.com/office/powerpoint/2010/main" val="13743369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a1a6e2b974043"/>
          <a:stretch xmlns:a="http://schemas.openxmlformats.org/drawingml/2006/main"/>
        </p:blipFill>
        <p:spPr>
          <a:xfrm xmlns:a="http://schemas.openxmlformats.org/drawingml/2006/main" flipH="0" flipV="0">
            <a:off x="5412317" y="1524000"/>
            <a:ext cx="6282267" cy="3533775"/>
          </a:xfrm>
          <a:prstGeom xmlns:a="http://schemas.openxmlformats.org/drawingml/2006/main" prst="round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76E3666E-9C3C-4D5D-9F82-A99B27F7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7A6226E-4FC2-49D1-ADDE-DB1C1AA8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13/14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FA552E-ED72-4909-915E-157EB0B7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Что мы хотим дать семье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D9428003-4C60-41A5-BEDB-828E8788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Способ действовать уже сейчас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1069065-BB19-4F8F-98AD-5ACD48B90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Родителю: понятный путь.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Ребёнку: безопасное место, где можно пробовать, бросать, переделывать, ошибаться и находить своё.</a:t>
            </a:r>
          </a:p>
        </p:txBody>
      </p:sp>
    </p:spTree>
    <p:extLst>
      <p:ext uri="{BB962C8B-B14F-4D97-AF65-F5344CB8AC3E}">
        <p14:creationId xmlns:p14="http://schemas.microsoft.com/office/powerpoint/2010/main" val="14510164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6f34407ea4ab3"/>
          <a:stretch xmlns:a="http://schemas.openxmlformats.org/drawingml/2006/main"/>
        </p:blipFill>
        <p:spPr>
          <a:xfrm xmlns:a="http://schemas.openxmlformats.org/drawingml/2006/main" flipH="0" flipV="0">
            <a:off x="497417" y="1524000"/>
            <a:ext cx="6282267" cy="3533775"/>
          </a:xfrm>
          <a:prstGeom xmlns:a="http://schemas.openxmlformats.org/drawingml/2006/main" prst="roundRect">
            <a:avLst/>
          </a:prstGeom>
        </p:spPr>
      </p:pic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C416EF68-D487-4335-81F2-9EB8426E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815F"/>
                </a:solidFill>
                <a:latin typeface="Helvetica Neue"/>
                <a:ea typeface="Helvetica Neue"/>
                <a:cs typeface="Helvetica Neue"/>
              </a:rPr>
              <a:t>CREATEKIDS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0803B03-2E24-4D5E-9249-A966BE96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429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806F61"/>
                </a:solidFill>
                <a:latin typeface="Helvetica Neue"/>
                <a:ea typeface="Helvetica Neue"/>
                <a:cs typeface="Helvetica Neue"/>
              </a:rPr>
              <a:t>14/14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B44468-9FE2-4160-8BDF-305CDB68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04900"/>
            <a:ext cx="43624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94000"/>
              </a:lnSpc>
              <a:buNone/>
              <a:def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Мы не хотим решать за детей, в чём их талант</a:t>
            </a:r>
          </a:p>
        </p:txBody>
      </p:sp>
      <p:sp>
        <p:nvSpPr>
          <p:cNvPr id="5" name="accent">
            <a:extLst xmlns:a="http://schemas.openxmlformats.org/drawingml/2006/main">
              <a:ext uri="{FF2B5EF4-FFF2-40B4-BE49-F238E27FC236}">
                <a16:creationId xmlns:a16="http://schemas.microsoft.com/office/drawing/2014/main" id="{A5980D69-1430-4DF8-B287-BA59C52D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4362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C86F5E"/>
                </a:solidFill>
                <a:latin typeface="Helvetica Neue"/>
                <a:ea typeface="Helvetica Neue"/>
                <a:cs typeface="Helvetica Neue"/>
              </a:rPr>
              <a:t>Мы создаём условия, в которых они смогут обнаружить это сами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8FAA948B-FB02-498F-89B9-5B635500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67175"/>
            <a:ext cx="43624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493B31"/>
                </a:solidFill>
                <a:latin typeface="Helvetica Neue"/>
                <a:ea typeface="Helvetica Neue"/>
                <a:cs typeface="Helvetica Neue"/>
              </a:rPr>
              <a:t>Будущее нельзя предсказать. Способность создавать можно развивать.</a:t>
            </a:r>
          </a:p>
        </p:txBody>
      </p:sp>
    </p:spTree>
    <p:extLst>
      <p:ext uri="{BB962C8B-B14F-4D97-AF65-F5344CB8AC3E}">
        <p14:creationId xmlns:p14="http://schemas.microsoft.com/office/powerpoint/2010/main" val="1698006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2026-10-04T07:45:46.1290000Z</dcterms:created>
  <dcterms:modified xsi:type="dcterms:W3CDTF">2026-10-04T07:45:46.1290000Z</dcterms:modified>
</coreProperties>
</file>