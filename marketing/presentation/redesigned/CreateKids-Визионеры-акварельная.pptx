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6506f072e4ea7" /><Relationship Type="http://schemas.openxmlformats.org/officeDocument/2006/relationships/extended-properties" Target="/docProps/app.xml" Id="Rb573d9d90c2744f8" /><Relationship Type="http://schemas.openxmlformats.org/officeDocument/2006/relationships/officeDocument" Target="/ppt/presentation.xml" Id="R7945442fdb52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2ef7576574102"/>
  </p:sldMasterIdLst>
  <p:notesMasterIdLst>
    <p:notesMasterId xmlns:r="http://schemas.openxmlformats.org/officeDocument/2006/relationships" r:id="Rd16f557b65ed46af"/>
  </p:notesMasterIdLst>
  <p:sldIdLst>
    <p:sldId xmlns:r="http://schemas.openxmlformats.org/officeDocument/2006/relationships" id="256" r:id="Rf4e950ddd08e4f61"/>
    <p:sldId xmlns:r="http://schemas.openxmlformats.org/officeDocument/2006/relationships" id="257" r:id="R26572fe203724f3b"/>
    <p:sldId xmlns:r="http://schemas.openxmlformats.org/officeDocument/2006/relationships" id="258" r:id="Rb5aba2664fb34f56"/>
    <p:sldId xmlns:r="http://schemas.openxmlformats.org/officeDocument/2006/relationships" id="259" r:id="R4b7917f297794215"/>
    <p:sldId xmlns:r="http://schemas.openxmlformats.org/officeDocument/2006/relationships" id="260" r:id="Rae136db0a6ea4916"/>
    <p:sldId xmlns:r="http://schemas.openxmlformats.org/officeDocument/2006/relationships" id="261" r:id="Rb0aa4771bffb4111"/>
    <p:sldId xmlns:r="http://schemas.openxmlformats.org/officeDocument/2006/relationships" id="262" r:id="R9ee8eed72cbb4bcd"/>
    <p:sldId xmlns:r="http://schemas.openxmlformats.org/officeDocument/2006/relationships" id="263" r:id="R4c75f16d00044dee"/>
    <p:sldId xmlns:r="http://schemas.openxmlformats.org/officeDocument/2006/relationships" id="264" r:id="R39b8e47db2a643e5"/>
    <p:sldId xmlns:r="http://schemas.openxmlformats.org/officeDocument/2006/relationships" id="265" r:id="R14bcd66fb6404674"/>
    <p:sldId xmlns:r="http://schemas.openxmlformats.org/officeDocument/2006/relationships" id="266" r:id="R938e298909094ff6"/>
    <p:sldId xmlns:r="http://schemas.openxmlformats.org/officeDocument/2006/relationships" id="267" r:id="R224f14a4fbc644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6a76a13c6d4011" /><Relationship Type="http://schemas.openxmlformats.org/officeDocument/2006/relationships/slideMaster" Target="/ppt/slideMasters/slideMaster1.xml" Id="R2042ef7576574102" /><Relationship Type="http://schemas.openxmlformats.org/officeDocument/2006/relationships/notesMaster" Target="/ppt/notesMasters/notesMaster1.xml" Id="Rd16f557b65ed46af" /><Relationship Type="http://schemas.openxmlformats.org/officeDocument/2006/relationships/presProps" Target="/ppt/presProps.xml" Id="R3a8a8d85cb734554" /><Relationship Type="http://schemas.openxmlformats.org/officeDocument/2006/relationships/tableStyles" Target="/ppt/tableStyles.xml" Id="R4f11218dac714fde" /><Relationship Type="http://schemas.openxmlformats.org/officeDocument/2006/relationships/slide" Target="/ppt/slides/slide1.xml" Id="Rf4e950ddd08e4f61" /><Relationship Type="http://schemas.openxmlformats.org/officeDocument/2006/relationships/slide" Target="/ppt/slides/slide2.xml" Id="R26572fe203724f3b" /><Relationship Type="http://schemas.openxmlformats.org/officeDocument/2006/relationships/slide" Target="/ppt/slides/slide3.xml" Id="Rb5aba2664fb34f56" /><Relationship Type="http://schemas.openxmlformats.org/officeDocument/2006/relationships/slide" Target="/ppt/slides/slide4.xml" Id="R4b7917f297794215" /><Relationship Type="http://schemas.openxmlformats.org/officeDocument/2006/relationships/slide" Target="/ppt/slides/slide5.xml" Id="Rae136db0a6ea4916" /><Relationship Type="http://schemas.openxmlformats.org/officeDocument/2006/relationships/slide" Target="/ppt/slides/slide6.xml" Id="Rb0aa4771bffb4111" /><Relationship Type="http://schemas.openxmlformats.org/officeDocument/2006/relationships/slide" Target="/ppt/slides/slide7.xml" Id="R9ee8eed72cbb4bcd" /><Relationship Type="http://schemas.openxmlformats.org/officeDocument/2006/relationships/slide" Target="/ppt/slides/slide8.xml" Id="R4c75f16d00044dee" /><Relationship Type="http://schemas.openxmlformats.org/officeDocument/2006/relationships/slide" Target="/ppt/slides/slide9.xml" Id="R39b8e47db2a643e5" /><Relationship Type="http://schemas.openxmlformats.org/officeDocument/2006/relationships/slide" Target="/ppt/slides/slide10.xml" Id="R14bcd66fb6404674" /><Relationship Type="http://schemas.openxmlformats.org/officeDocument/2006/relationships/slide" Target="/ppt/slides/slide11.xml" Id="R938e298909094ff6" /><Relationship Type="http://schemas.openxmlformats.org/officeDocument/2006/relationships/slide" Target="/ppt/slides/slide12.xml" Id="R224f14a4fbc6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7398713eb7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3159777356447d" /><Relationship Type="http://schemas.openxmlformats.org/officeDocument/2006/relationships/notesMaster" Target="/ppt/notesMasters/notesMaster1.xml" Id="R5757e974e4364f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4c1e45ea24645" /><Relationship Type="http://schemas.openxmlformats.org/officeDocument/2006/relationships/notesMaster" Target="/ppt/notesMasters/notesMaster1.xml" Id="Rd412418cab52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0997aad82e4edb" /><Relationship Type="http://schemas.openxmlformats.org/officeDocument/2006/relationships/notesMaster" Target="/ppt/notesMasters/notesMaster1.xml" Id="R933add2dd57943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bac6d044e146d2" /><Relationship Type="http://schemas.openxmlformats.org/officeDocument/2006/relationships/notesMaster" Target="/ppt/notesMasters/notesMaster1.xml" Id="R80779227f01b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183ff02964171" /><Relationship Type="http://schemas.openxmlformats.org/officeDocument/2006/relationships/notesMaster" Target="/ppt/notesMasters/notesMaster1.xml" Id="R70fc68880708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1e7f2da16d4bfd" /><Relationship Type="http://schemas.openxmlformats.org/officeDocument/2006/relationships/notesMaster" Target="/ppt/notesMasters/notesMaster1.xml" Id="R94905a711e604e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2f28b2402402a" /><Relationship Type="http://schemas.openxmlformats.org/officeDocument/2006/relationships/notesMaster" Target="/ppt/notesMasters/notesMaster1.xml" Id="R383eaf085b784e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2f5c13e9a7478c" /><Relationship Type="http://schemas.openxmlformats.org/officeDocument/2006/relationships/notesMaster" Target="/ppt/notesMasters/notesMaster1.xml" Id="R6dbcc45a423542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9a85c2d12c4af1" /><Relationship Type="http://schemas.openxmlformats.org/officeDocument/2006/relationships/notesMaster" Target="/ppt/notesMasters/notesMaster1.xml" Id="Rb82f61f81d044c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39f369d24b4099" /><Relationship Type="http://schemas.openxmlformats.org/officeDocument/2006/relationships/notesMaster" Target="/ppt/notesMasters/notesMaster1.xml" Id="Ra8f3baf584ba42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3ba995d3fd47fa" /><Relationship Type="http://schemas.openxmlformats.org/officeDocument/2006/relationships/notesMaster" Target="/ppt/notesMasters/notesMaster1.xml" Id="Rdb90967d05c54c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6a4b33001b45d0" /><Relationship Type="http://schemas.openxmlformats.org/officeDocument/2006/relationships/notesMaster" Target="/ppt/notesMasters/notesMaster1.xml" Id="R42ae2ab59e7347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CreateKids — семейная лаборатория творчества. Мы не пытаемся заранее угадать профессию ребёнка. Мы создаём условия, в которых он учится замечать, придумывать и воплощать собственные идеи.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Доступность готовых ответов не отменяет знания. Знание становится материалом для постановки вопросов, выбора и создания. ИИ здесь рассматривается как инструмент, а не как замена авторского решения ребёнка.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Нельзя надёжно предсказать конкретные профессии через 10–15 лет. Поэтому ставка делается не на одну специальность, а на авторскую позицию, самостоятельное мышление, предметное мастерство и способность учиться.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Креативность частично зависит от области. Ребёнок может быть оригинален в историях, но пока не владеть рисунком, или хорошо придумывать конструкции, но не интересоваться сценой. Разнообразие помогает обнаружить устойчивый интерес.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Сыну семь лет подходят короткие материальные игры и быстрый результат. Дочери четырнадцать — реальные культурные формы, приватность и более длинный личный проект. Старшая не становится преподавателем младшего.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Творческий цикл включает не только генерацию, но и отбор с улучшением: заметить, придумать варианты, сделать первую версию, проверить эффект и изменить. Незавершённая работа тоже допустимый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Совместная программа работает, когда у каждого остаётся собственное авторство. Родитель поставляет материалы, задаёт вопросы и помогает с техникой по запросу, но не исправляет работу ребёнка.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стартовая семейная гипотеза, а не научно установленная дозировка. В загруженную неделю достаточно одной личной или одной совместной сессии. Пропущенные занятия не нужно догонять.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Одна тема может дать разные задачи без сравнения результатов. Семилетний ребёнок придумывает и разыгрывает продукт, подросток исследует аудиторию, визуальный язык и форму представления.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выставляем общий балл креативности. Наблюдаем факты: самостоятельный выбор, возвращение после окончания, изменение решения, просьбу о новом инструменте и появление собственного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 охватывает разные медиумы, затем даёт время на ремикс, личный проект и вторую версию. После двенадцати недель ребёнок выбирает направление для углубления и направление для свободного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можно без дорогого курса: одна коробка материалов и одна семейная игра на этой неделе. Главный критерий — сохранилось ли желание создавать дальше.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05ee6a459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3624cf96a4e1f" /><Relationship Type="http://schemas.openxmlformats.org/officeDocument/2006/relationships/slideLayout" Target="/ppt/slideLayouts/slideLayout1.xml" Id="Rdb30240382a8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0240382a8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2d52d1dd4676" /><Relationship Type="http://schemas.openxmlformats.org/officeDocument/2006/relationships/image" Target="/ppt/media/image.jpeg" Id="Rff2256c4f2ea42be" /><Relationship Type="http://schemas.openxmlformats.org/officeDocument/2006/relationships/notesSlide" Target="/ppt/notesSlides/notesSlide1.xml" Id="R6cfab8f789a040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69cf01f804cfc" /><Relationship Type="http://schemas.openxmlformats.org/officeDocument/2006/relationships/image" Target="/ppt/media/image2.jpeg" Id="R031d302f87e24268" /><Relationship Type="http://schemas.openxmlformats.org/officeDocument/2006/relationships/notesSlide" Target="/ppt/notesSlides/notesSlide2.xml" Id="R69f1f4136b74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16896e0c243b2" /><Relationship Type="http://schemas.openxmlformats.org/officeDocument/2006/relationships/image" Target="/ppt/media/image3.jpeg" Id="R5bb9d875f24c47df" /><Relationship Type="http://schemas.openxmlformats.org/officeDocument/2006/relationships/notesSlide" Target="/ppt/notesSlides/notesSlide3.xml" Id="R84d5309fc8ea4b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774f780af4bdb" /><Relationship Type="http://schemas.openxmlformats.org/officeDocument/2006/relationships/image" Target="/ppt/media/image4.jpeg" Id="Rbdf8641083834eb6" /><Relationship Type="http://schemas.openxmlformats.org/officeDocument/2006/relationships/notesSlide" Target="/ppt/notesSlides/notesSlide4.xml" Id="R7f930e004b6444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b36f0a1fa464a" /><Relationship Type="http://schemas.openxmlformats.org/officeDocument/2006/relationships/image" Target="/ppt/media/image5.jpeg" Id="R2fd62c89db60466c" /><Relationship Type="http://schemas.openxmlformats.org/officeDocument/2006/relationships/notesSlide" Target="/ppt/notesSlides/notesSlide5.xml" Id="R22fba710eca24d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071510c5d49a2" /><Relationship Type="http://schemas.openxmlformats.org/officeDocument/2006/relationships/image" Target="/ppt/media/image6.jpeg" Id="Rf3cc66815e2e48b2" /><Relationship Type="http://schemas.openxmlformats.org/officeDocument/2006/relationships/notesSlide" Target="/ppt/notesSlides/notesSlide6.xml" Id="Rc06c9a8c33974d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7cd4c66ee4f73" /><Relationship Type="http://schemas.openxmlformats.org/officeDocument/2006/relationships/image" Target="/ppt/media/image7.jpeg" Id="R2a516910b19146d2" /><Relationship Type="http://schemas.openxmlformats.org/officeDocument/2006/relationships/notesSlide" Target="/ppt/notesSlides/notesSlide7.xml" Id="R5a96d6987c4943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be5d8c427411b" /><Relationship Type="http://schemas.openxmlformats.org/officeDocument/2006/relationships/image" Target="/ppt/media/image8.jpeg" Id="R0ec8aa7402ec4ef6" /><Relationship Type="http://schemas.openxmlformats.org/officeDocument/2006/relationships/notesSlide" Target="/ppt/notesSlides/notesSlide8.xml" Id="R9aa02277b304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292001af940e8" /><Relationship Type="http://schemas.openxmlformats.org/officeDocument/2006/relationships/image" Target="/ppt/media/image9.jpeg" Id="R322f7efbe22e4674" /><Relationship Type="http://schemas.openxmlformats.org/officeDocument/2006/relationships/notesSlide" Target="/ppt/notesSlides/notesSlide9.xml" Id="Rb57260db907e48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bc2ce3d2a4a43" /><Relationship Type="http://schemas.openxmlformats.org/officeDocument/2006/relationships/image" Target="/ppt/media/image10.jpeg" Id="R14b317f9432d48b3" /><Relationship Type="http://schemas.openxmlformats.org/officeDocument/2006/relationships/notesSlide" Target="/ppt/notesSlides/notesSlide10.xml" Id="R4716bf47048047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b077d000f49f1" /><Relationship Type="http://schemas.openxmlformats.org/officeDocument/2006/relationships/image" Target="/ppt/media/image11.jpeg" Id="Re27d453fd75b4af1" /><Relationship Type="http://schemas.openxmlformats.org/officeDocument/2006/relationships/notesSlide" Target="/ppt/notesSlides/notesSlide11.xml" Id="R3a5824b2995f4a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c3785da2f4662" /><Relationship Type="http://schemas.openxmlformats.org/officeDocument/2006/relationships/image" Target="/ppt/media/image12.jpeg" Id="Rd293a7cb51b445da" /><Relationship Type="http://schemas.openxmlformats.org/officeDocument/2006/relationships/notesSlide" Target="/ppt/notesSlides/notesSlide12.xml" Id="R35ce11b9e3064f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256c4f2ea42be"/>
          <a:stretch xmlns:a="http://schemas.openxmlformats.org/drawingml/2006/main"/>
        </p:blipFill>
        <p:spPr>
          <a:xfrm xmlns:a="http://schemas.openxmlformats.org/drawingml/2006/main">
            <a:off x="5508625" y="1123950"/>
            <a:ext cx="6146800" cy="3457575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0B3FCBA-8065-4D1F-B9D7-1FD3525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B509441-2BB4-4D7B-BC4C-7AAC4BE4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01/12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99836C-3431-420D-8CD6-0D3F4F51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Визионеры — вот кто ваши дети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92F6E426-5AA5-4CBC-BDAF-A4692DFD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Не только пользоваться будущим. Создавать его.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97A8266-61F2-4153-8F9D-8718F8E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Семейная лаборатория творчества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7 и 14 лет</a:t>
            </a:r>
          </a:p>
        </p:txBody>
      </p:sp>
    </p:spTree>
    <p:extLst>
      <p:ext uri="{BB962C8B-B14F-4D97-AF65-F5344CB8AC3E}">
        <p14:creationId xmlns:p14="http://schemas.microsoft.com/office/powerpoint/2010/main" val="1258623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d302f87e24268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1AD575C-E996-4C68-8E56-AB8831E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9F17EB8-10FC-43B3-91CA-193F586C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02/12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0F49B5-D99E-4EA2-9CBF-5F3F0B1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Ответы доступны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D54D5D84-002E-4E7E-B883-99EDDC19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Ценнее замысел и вопрос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E61FAFA-4F6F-4EE9-BC7D-F5D1176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ИИ помогает работать быстрее. Авторский выбор остаётся за ребёнком.</a:t>
            </a:r>
          </a:p>
        </p:txBody>
      </p:sp>
    </p:spTree>
    <p:extLst>
      <p:ext uri="{BB962C8B-B14F-4D97-AF65-F5344CB8AC3E}">
        <p14:creationId xmlns:p14="http://schemas.microsoft.com/office/powerpoint/2010/main" val="461190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9d875f24c47df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1BF14BE-3B99-4801-ABE9-2BDB193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4569DEE-DFFD-4637-A079-8975978E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03/12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01DC6E-55C1-470F-B142-1A64770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Не угадывать будущее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3CFF14C-6C94-48E2-8A45-E89557C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Учиться его создавать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A556BD-B8CE-41C1-B2FD-B0CF2B7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Профессии и технологии меняются. Ребёнок строит собственный маршрут.</a:t>
            </a:r>
          </a:p>
        </p:txBody>
      </p:sp>
    </p:spTree>
    <p:extLst>
      <p:ext uri="{BB962C8B-B14F-4D97-AF65-F5344CB8AC3E}">
        <p14:creationId xmlns:p14="http://schemas.microsoft.com/office/powerpoint/2010/main" val="1078859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641083834eb6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631134D-AD2F-46BD-A817-D43B082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CF644F8-D6B6-47B3-899F-A39D89A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04/12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933B26-0CE8-4320-B62E-ED0E75D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Восемь языков творчества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BD7314B-3D3C-4C7B-A6F7-36DBFB2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Своя траектория у каждого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1FFD99D-B809-4F82-BE4D-88EC1358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Рисунок, истории, музыка, конструирование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Театр, кино, цифровое творчество, дизайн</a:t>
            </a:r>
          </a:p>
        </p:txBody>
      </p:sp>
    </p:spTree>
    <p:extLst>
      <p:ext uri="{BB962C8B-B14F-4D97-AF65-F5344CB8AC3E}">
        <p14:creationId xmlns:p14="http://schemas.microsoft.com/office/powerpoint/2010/main" val="2018887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62c89db60466c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C5209BE-FD13-4A68-BCCF-1BAEC72F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5174A4B-1EE9-40C8-8200-DC988FB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05/12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448944-8E25-40BC-BA70-E9B3BF4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Разные задачи. Равное авторство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10E8C222-7785-4F8E-92CA-4C13A94C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Семь лет: быстро пробует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Четырнадцать лет: строит свой стиль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D4F2DB6-FF2C-41E4-88B4-77DB1A8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Старший не становится учителем. Младший не становится исполнителем.</a:t>
            </a:r>
          </a:p>
        </p:txBody>
      </p:sp>
    </p:spTree>
    <p:extLst>
      <p:ext uri="{BB962C8B-B14F-4D97-AF65-F5344CB8AC3E}">
        <p14:creationId xmlns:p14="http://schemas.microsoft.com/office/powerpoint/2010/main" val="1939544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c66815e2e48b2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0FA580E-4F8E-428D-A198-27C54388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D2A6880-F3AE-4F9A-8139-3DE2E516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06/12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C08996-98C1-4B23-B2D1-8A2F714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рождается идея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33829DC-3D33-4640-A2C8-EAA2787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Цикл проб и изменений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B6F9284-6236-4A32-A3BB-5AE6F57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01  Заметить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02  Придумать варианты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03  Сделать первую версию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04  Проверить и изменить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05  Продолжить или остановиться</a:t>
            </a:r>
          </a:p>
        </p:txBody>
      </p:sp>
    </p:spTree>
    <p:extLst>
      <p:ext uri="{BB962C8B-B14F-4D97-AF65-F5344CB8AC3E}">
        <p14:creationId xmlns:p14="http://schemas.microsoft.com/office/powerpoint/2010/main" val="412369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16910b19146d2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04A2AFE-98AA-4C80-830D-0D9A48A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18E8AF6-ACAF-4210-A008-17D272E9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07/12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A46297-C585-44B7-9E7A-E8D1D238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Семья становится лабораторией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A90CF3E-2ED6-492D-A62A-321AB59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Общая культура создания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AC57B2-98AD-43E2-8AD3-1FD0CDC1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У каждого остаётся собственное авторство. Общий проект объединяет семью.</a:t>
            </a:r>
          </a:p>
        </p:txBody>
      </p:sp>
    </p:spTree>
    <p:extLst>
      <p:ext uri="{BB962C8B-B14F-4D97-AF65-F5344CB8AC3E}">
        <p14:creationId xmlns:p14="http://schemas.microsoft.com/office/powerpoint/2010/main" val="851821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8aa7402ec4ef6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82428FB-D039-4578-9257-7532CCE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C49466C-5A5B-4532-8CB1-2A1A34F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08/12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D988DD-97AB-4539-BB2F-65C11CA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Личное пространство и семейная лаборатория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5503C02D-656B-4BC0-9629-A6BA243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Пропуски не нужно догонять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CD4F7E-65B7-4193-B42B-620E42A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Сын: 20–30 минут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Дочь: 45–75 минут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Семья: 45–90 минут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Рефлексия: 5 минут</a:t>
            </a:r>
          </a:p>
        </p:txBody>
      </p:sp>
    </p:spTree>
    <p:extLst>
      <p:ext uri="{BB962C8B-B14F-4D97-AF65-F5344CB8AC3E}">
        <p14:creationId xmlns:p14="http://schemas.microsoft.com/office/powerpoint/2010/main" val="1433254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f7efbe22e4674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1F1C6C-CB8B-464F-AFCC-9802159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E70924C-294E-467C-9E55-4D2021E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09/12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4A3CDE-04C5-4FA2-B943-70D3912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Одна тема. Разное авторство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00FEBAD-E16A-43D4-BF1A-F512235E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Игра: придумать невозможный продукт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7FE4A4D-9585-41F2-899F-4E168376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Семилетний ребёнок рисует, рассказывает и играет. Подросток исследует аудиторию, стиль и форму подачи.</a:t>
            </a:r>
          </a:p>
        </p:txBody>
      </p:sp>
    </p:spTree>
    <p:extLst>
      <p:ext uri="{BB962C8B-B14F-4D97-AF65-F5344CB8AC3E}">
        <p14:creationId xmlns:p14="http://schemas.microsoft.com/office/powerpoint/2010/main" val="2052839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317f9432d48b3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2DA6467-5F44-473B-AA4F-FDE3C163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68646E9-48D9-4169-B58B-56A089C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10/12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3C3219-65BF-450E-8F27-E24DFE2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Главный сигнал: хочется вернуться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9BC63EDB-563B-483F-979E-0CFA888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Карта живого интереса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347900-B6AA-4ED8-A79B-74E249A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Выбрал сам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Вернулся без уговоров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Изменил вторую версию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Попросил новый материал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Начал свой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994384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d453fd75b4af1"/>
          <a:stretch xmlns:a="http://schemas.openxmlformats.org/drawingml/2006/main"/>
        </p:blipFill>
        <p:spPr>
          <a:xfrm xmlns:a="http://schemas.openxmlformats.org/drawingml/2006/main">
            <a:off x="54123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E2A40A7-6AC9-4814-AA7E-F1E3D51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F05C0FC-0CCC-4F35-9B0C-5067C87B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11/12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4C330E-DD7C-43F5-AEA6-F7E33DB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12 недель, чтобы увидеть свою траекторию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7E8BBB9A-1402-42A7-999C-7654CFD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Проба, ремикс, личный проект, выбор продолжения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51DC733-A980-4DC4-B22C-5EBB1F0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Свобода, цвет, история, звук, театр, дизайн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Кино, ремикс, идея, замысел, версия 2, выбор</a:t>
            </a:r>
          </a:p>
        </p:txBody>
      </p:sp>
    </p:spTree>
    <p:extLst>
      <p:ext uri="{BB962C8B-B14F-4D97-AF65-F5344CB8AC3E}">
        <p14:creationId xmlns:p14="http://schemas.microsoft.com/office/powerpoint/2010/main" val="228521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3a7cb51b445da"/>
          <a:stretch xmlns:a="http://schemas.openxmlformats.org/drawingml/2006/main"/>
        </p:blipFill>
        <p:spPr>
          <a:xfrm xmlns:a="http://schemas.openxmlformats.org/drawingml/2006/main">
            <a:off x="497417" y="1524000"/>
            <a:ext cx="6282267" cy="3533775"/>
          </a:xfrm>
          <a:prstGeom xmlns:a="http://schemas.openxmlformats.org/drawingml/2006/main" prst="roundRect">
            <a:avLst>
              <a:gd name="adj" fmla="val 6469"/>
            </a:avLst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8A56999-4E24-4062-8BEB-59A13DA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D2BCCDE-64B4-4E3D-9152-68360BAE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12/12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A9608F-D085-4874-AB34-C6100F90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Будущее начинается с первой версии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010C4ED3-B44C-4330-B652-E8A5FCB6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Дайте идее появиться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88093DF-2C7F-42B5-A5EA-AE6F987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Начните с одной семейной недели.</a:t>
            </a:r>
          </a:p>
        </p:txBody>
      </p:sp>
    </p:spTree>
    <p:extLst>
      <p:ext uri="{BB962C8B-B14F-4D97-AF65-F5344CB8AC3E}">
        <p14:creationId xmlns:p14="http://schemas.microsoft.com/office/powerpoint/2010/main" val="1409118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2026-10-03T16:55:43.2500000Z</dcterms:created>
  <dcterms:modified xsi:type="dcterms:W3CDTF">2026-10-03T16:55:43.2510000Z</dcterms:modified>
</coreProperties>
</file>