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25f2fb6cd4a3c" /><Relationship Type="http://schemas.openxmlformats.org/officeDocument/2006/relationships/extended-properties" Target="/docProps/app.xml" Id="R0a4e3c4b205a4a18" /><Relationship Type="http://schemas.openxmlformats.org/officeDocument/2006/relationships/officeDocument" Target="/ppt/presentation.xml" Id="R0e0d998a95f743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15ce0db19f4eac"/>
  </p:sldMasterIdLst>
  <p:notesMasterIdLst>
    <p:notesMasterId xmlns:r="http://schemas.openxmlformats.org/officeDocument/2006/relationships" r:id="R66e43a1a18b94ea3"/>
  </p:notesMasterIdLst>
  <p:sldIdLst>
    <p:sldId xmlns:r="http://schemas.openxmlformats.org/officeDocument/2006/relationships" id="256" r:id="R0d5af01560c14472"/>
    <p:sldId xmlns:r="http://schemas.openxmlformats.org/officeDocument/2006/relationships" id="257" r:id="R6e7ca762b97d4dc3"/>
    <p:sldId xmlns:r="http://schemas.openxmlformats.org/officeDocument/2006/relationships" id="258" r:id="Rea77cb993f7e407f"/>
    <p:sldId xmlns:r="http://schemas.openxmlformats.org/officeDocument/2006/relationships" id="259" r:id="R8fe32ed4fc4b4545"/>
    <p:sldId xmlns:r="http://schemas.openxmlformats.org/officeDocument/2006/relationships" id="260" r:id="Rff688f0f853843c1"/>
    <p:sldId xmlns:r="http://schemas.openxmlformats.org/officeDocument/2006/relationships" id="261" r:id="Ra61e4275009844b8"/>
    <p:sldId xmlns:r="http://schemas.openxmlformats.org/officeDocument/2006/relationships" id="262" r:id="R16b5389247094988"/>
    <p:sldId xmlns:r="http://schemas.openxmlformats.org/officeDocument/2006/relationships" id="263" r:id="R87489083b29045cd"/>
    <p:sldId xmlns:r="http://schemas.openxmlformats.org/officeDocument/2006/relationships" id="264" r:id="R7a2eb0b47ef64703"/>
    <p:sldId xmlns:r="http://schemas.openxmlformats.org/officeDocument/2006/relationships" id="265" r:id="R2a38b0210504408d"/>
    <p:sldId xmlns:r="http://schemas.openxmlformats.org/officeDocument/2006/relationships" id="266" r:id="Re3d98db4e1fb4dc4"/>
    <p:sldId xmlns:r="http://schemas.openxmlformats.org/officeDocument/2006/relationships" id="267" r:id="Rc59fae8263c44e51"/>
    <p:sldId xmlns:r="http://schemas.openxmlformats.org/officeDocument/2006/relationships" id="268" r:id="Rebd902a054c34cb3"/>
    <p:sldId xmlns:r="http://schemas.openxmlformats.org/officeDocument/2006/relationships" id="269" r:id="Rb9638ddb95fa4f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fe9c68e6f2495a" /><Relationship Type="http://schemas.openxmlformats.org/officeDocument/2006/relationships/slideMaster" Target="/ppt/slideMasters/slideMaster1.xml" Id="R1615ce0db19f4eac" /><Relationship Type="http://schemas.openxmlformats.org/officeDocument/2006/relationships/notesMaster" Target="/ppt/notesMasters/notesMaster1.xml" Id="R66e43a1a18b94ea3" /><Relationship Type="http://schemas.openxmlformats.org/officeDocument/2006/relationships/presProps" Target="/ppt/presProps.xml" Id="Rcd08c87693dd483c" /><Relationship Type="http://schemas.openxmlformats.org/officeDocument/2006/relationships/tableStyles" Target="/ppt/tableStyles.xml" Id="R555a9987720543a2" /><Relationship Type="http://schemas.openxmlformats.org/officeDocument/2006/relationships/slide" Target="/ppt/slides/slide1.xml" Id="R0d5af01560c14472" /><Relationship Type="http://schemas.openxmlformats.org/officeDocument/2006/relationships/slide" Target="/ppt/slides/slide2.xml" Id="R6e7ca762b97d4dc3" /><Relationship Type="http://schemas.openxmlformats.org/officeDocument/2006/relationships/slide" Target="/ppt/slides/slide3.xml" Id="Rea77cb993f7e407f" /><Relationship Type="http://schemas.openxmlformats.org/officeDocument/2006/relationships/slide" Target="/ppt/slides/slide4.xml" Id="R8fe32ed4fc4b4545" /><Relationship Type="http://schemas.openxmlformats.org/officeDocument/2006/relationships/slide" Target="/ppt/slides/slide5.xml" Id="Rff688f0f853843c1" /><Relationship Type="http://schemas.openxmlformats.org/officeDocument/2006/relationships/slide" Target="/ppt/slides/slide6.xml" Id="Ra61e4275009844b8" /><Relationship Type="http://schemas.openxmlformats.org/officeDocument/2006/relationships/slide" Target="/ppt/slides/slide7.xml" Id="R16b5389247094988" /><Relationship Type="http://schemas.openxmlformats.org/officeDocument/2006/relationships/slide" Target="/ppt/slides/slide8.xml" Id="R87489083b29045cd" /><Relationship Type="http://schemas.openxmlformats.org/officeDocument/2006/relationships/slide" Target="/ppt/slides/slide9.xml" Id="R7a2eb0b47ef64703" /><Relationship Type="http://schemas.openxmlformats.org/officeDocument/2006/relationships/slide" Target="/ppt/slides/slide10.xml" Id="R2a38b0210504408d" /><Relationship Type="http://schemas.openxmlformats.org/officeDocument/2006/relationships/slide" Target="/ppt/slides/slide11.xml" Id="Re3d98db4e1fb4dc4" /><Relationship Type="http://schemas.openxmlformats.org/officeDocument/2006/relationships/slide" Target="/ppt/slides/slide12.xml" Id="Rc59fae8263c44e51" /><Relationship Type="http://schemas.openxmlformats.org/officeDocument/2006/relationships/slide" Target="/ppt/slides/slide13.xml" Id="Rebd902a054c34cb3" /><Relationship Type="http://schemas.openxmlformats.org/officeDocument/2006/relationships/slide" Target="/ppt/slides/slide14.xml" Id="Rb9638ddb95fa4f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131664b73a48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13d03ebabd4ee0" /><Relationship Type="http://schemas.openxmlformats.org/officeDocument/2006/relationships/notesMaster" Target="/ppt/notesMasters/notesMaster1.xml" Id="Ra1173d5b1b5c49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45ac2d2b404ea6" /><Relationship Type="http://schemas.openxmlformats.org/officeDocument/2006/relationships/notesMaster" Target="/ppt/notesMasters/notesMaster1.xml" Id="R7af0d16f65674e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6597a0f935453b" /><Relationship Type="http://schemas.openxmlformats.org/officeDocument/2006/relationships/notesMaster" Target="/ppt/notesMasters/notesMaster1.xml" Id="R23d5d03681184c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0bb109bcf84e64" /><Relationship Type="http://schemas.openxmlformats.org/officeDocument/2006/relationships/notesMaster" Target="/ppt/notesMasters/notesMaster1.xml" Id="R8dcef00a4c3a45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fd07ec871342a6" /><Relationship Type="http://schemas.openxmlformats.org/officeDocument/2006/relationships/notesMaster" Target="/ppt/notesMasters/notesMaster1.xml" Id="Rd060aa8951d841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c0db47cf904aee" /><Relationship Type="http://schemas.openxmlformats.org/officeDocument/2006/relationships/notesMaster" Target="/ppt/notesMasters/notesMaster1.xml" Id="R326bc8373f6b44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a204e80d31493c" /><Relationship Type="http://schemas.openxmlformats.org/officeDocument/2006/relationships/notesMaster" Target="/ppt/notesMasters/notesMaster1.xml" Id="Rd079e205bd7744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636ef1f2d641ea" /><Relationship Type="http://schemas.openxmlformats.org/officeDocument/2006/relationships/notesMaster" Target="/ppt/notesMasters/notesMaster1.xml" Id="Rd8264878dbf94c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0e3ef78c7b415c" /><Relationship Type="http://schemas.openxmlformats.org/officeDocument/2006/relationships/notesMaster" Target="/ppt/notesMasters/notesMaster1.xml" Id="R6bb298f0fbe648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338d3700fe47a9" /><Relationship Type="http://schemas.openxmlformats.org/officeDocument/2006/relationships/notesMaster" Target="/ppt/notesMasters/notesMaster1.xml" Id="R168e4b66b26841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e23b28d7ea4040" /><Relationship Type="http://schemas.openxmlformats.org/officeDocument/2006/relationships/notesMaster" Target="/ppt/notesMasters/notesMaster1.xml" Id="Rfbe5cba2c57240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106f28144848d2" /><Relationship Type="http://schemas.openxmlformats.org/officeDocument/2006/relationships/notesMaster" Target="/ppt/notesMasters/notesMaster1.xml" Id="Rd7a55626d8354d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b9a42eb41e4418" /><Relationship Type="http://schemas.openxmlformats.org/officeDocument/2006/relationships/notesMaster" Target="/ppt/notesMasters/notesMaster1.xml" Id="R713daed85a0547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99e0afce0d43e9" /><Relationship Type="http://schemas.openxmlformats.org/officeDocument/2006/relationships/notesMaster" Target="/ppt/notesMasters/notesMaster1.xml" Id="R01988c686baa4d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 презентация — не рассказ о функциях приложения. Это наша история как родителей. У нас двое детей разного возраста, и CreateKids появился из вопроса о том, как помочь им подготовиться к будущему, которого мы сами не можем предсказать.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Всё началось не с идеи создать технологический продукт. Мы думали о будущем собственных детей: что действительно будет им полезно через десять или пятнадцать лет и как развивать это уже сейчас, без попытки заранее выбрать за них профессию или талант.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Нашему сыну семь лет, дочери четырнадцать. Младшему важны игра, движение, материалы в руках и быстрый результат. Подростку нужны самостоятельность, собственный стиль, уважение к личному пространству и настоящие, не детские формы проектов. Одно и то же занятие редко подходит им одинаково.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решили сделать ставку на творчество, но не сводить его к рисованию, музыке или другой отдельной технике. Нам стала важна более широкая способность: создавать новое в разных формах, переносить идеи между областями и постепенно находить собственный способ выражения.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Искусственный интеллект уже умеет быстро создавать типовые тексты, изображения, музыку и код. Это не означает, что знания больше не нужны. Но всё важнее становится умение решить, какой вопрос задать, какую проблему выбрать, какие идеи соединить, какое направление принять и как довести замысел до работающего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Никто не знает точно, какие профессии будут востребованы через десять или пятнадцать лет. Поэтому мы не хотим готовить детей к одному названию профессии или одному правильному пути. Наша родительская гипотеза состоит в том, что самостоятельное мышление и способность создавать пригодятся в разных сценариях будущего.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Постепенно мы поняли, что этот вопрос волнует не только нашу семью. Многие родители тоже пытаются разобраться, какие способности развивать в мире быстрых технологических изменений и как делать это без страха, давления и недоказанных обещаний.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Родители видят, что мир меняется быстрее привычных образовательных маршрутов. Они понимают ценность самостоятельности, воображения и авторского выбора, но часто не знают, как превратить эти понятия в регулярную домашнюю практику. Тревоге нужен не лозунг, а понятное действие.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практике возникают четыре препятствия. Непонятно, какие направления дать попробовать. Сложно подобрать задания детям разного возраста. Регулярная подготовка снова ложится на взрослого. А готовый образец, оценка и сравнение легко превращают творчество в ещё одну школу с правильными ответами.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Так появилась идея CreateKids: превратить большую тревожную задачу «подготовить ребёнка к будущему» в спокойную семейную практику. Сначала были наш вопрос, принципы и программа. Приложение появилось позже как способ сделать этот ритм доступным другим семьям.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Каждую неделю приложение предлагает короткое задание младшему ребёнку, более самостоятельный проект подростку, общую семейную игру или лабораторию и короткую фиксацию процесса. Формы меняются: рисунок, история, музыка, конструкция, театр, кино, цифровой проект или полезное изобретение.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Через двенадцать недель семья получает не набор одинаковых поделок и не оценку способностей. Она получает карту интересов каждого ребёнка: что он выбирал сам, где дольше удерживал внимание, к чему вернулся без уговоров, что улучшил после неудачи и чем захотел поделиться.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продаём уроки рисования, дополнительное экранное время или обещание угадать профессию будущего. Мы хотим дать родителю понятный способ действовать в неопределённости, а ребёнку — безопасное место, где можно пробовать, бросать, переделывать, ошибаться и находить своё без сравнения с другими.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хотим решать за детей, в чём их талант. Мы хотим создать условия, в которых они смогут это обнаружить сами. Будущее нельзя предсказать, но способность замечать возможности, придумывать и создавать можно развивать уже сейчас.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467b0438e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aaac2d95044482" /><Relationship Type="http://schemas.openxmlformats.org/officeDocument/2006/relationships/slideLayout" Target="/ppt/slideLayouts/slideLayout1.xml" Id="R25c5774e71b046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c5774e71b046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8ca06972f4e11" /><Relationship Type="http://schemas.openxmlformats.org/officeDocument/2006/relationships/image" Target="/ppt/media/image.jpeg" Id="Rc6e580568bbd402f" /><Relationship Type="http://schemas.openxmlformats.org/officeDocument/2006/relationships/notesSlide" Target="/ppt/notesSlides/notesSlide1.xml" Id="R90d9e692e0944f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c8a81cdb74147" /><Relationship Type="http://schemas.openxmlformats.org/officeDocument/2006/relationships/image" Target="/ppt/media/image2.jpeg" Id="R112cea04974347e4" /><Relationship Type="http://schemas.openxmlformats.org/officeDocument/2006/relationships/notesSlide" Target="/ppt/notesSlides/notesSlide2.xml" Id="R1a222b7fc8244f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04bd8603346d4" /><Relationship Type="http://schemas.openxmlformats.org/officeDocument/2006/relationships/image" Target="/ppt/media/image3.jpeg" Id="R3c2b790144764d25" /><Relationship Type="http://schemas.openxmlformats.org/officeDocument/2006/relationships/notesSlide" Target="/ppt/notesSlides/notesSlide3.xml" Id="R01161cd04ee74b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8a8eba3d646c9" /><Relationship Type="http://schemas.openxmlformats.org/officeDocument/2006/relationships/image" Target="/ppt/media/image4.jpeg" Id="R19479f41591c4a6e" /><Relationship Type="http://schemas.openxmlformats.org/officeDocument/2006/relationships/notesSlide" Target="/ppt/notesSlides/notesSlide4.xml" Id="R761fb8728c3e4c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ca443cc374f9b" /><Relationship Type="http://schemas.openxmlformats.org/officeDocument/2006/relationships/image" Target="/ppt/media/image5.jpeg" Id="Rd211a7386ff94796" /><Relationship Type="http://schemas.openxmlformats.org/officeDocument/2006/relationships/notesSlide" Target="/ppt/notesSlides/notesSlide5.xml" Id="R0cab1d184f5141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fc283bac14b8a" /><Relationship Type="http://schemas.openxmlformats.org/officeDocument/2006/relationships/image" Target="/ppt/media/image6.jpeg" Id="R8ac064275e354ce2" /><Relationship Type="http://schemas.openxmlformats.org/officeDocument/2006/relationships/notesSlide" Target="/ppt/notesSlides/notesSlide6.xml" Id="R0f83757304ae4b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5b2e981594a43" /><Relationship Type="http://schemas.openxmlformats.org/officeDocument/2006/relationships/image" Target="/ppt/media/image7.jpeg" Id="Re16c5d825f214b2b" /><Relationship Type="http://schemas.openxmlformats.org/officeDocument/2006/relationships/notesSlide" Target="/ppt/notesSlides/notesSlide7.xml" Id="Rf369259146194a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ffb0b907444d0" /><Relationship Type="http://schemas.openxmlformats.org/officeDocument/2006/relationships/image" Target="/ppt/media/image8.jpeg" Id="R24f082b286d94eb9" /><Relationship Type="http://schemas.openxmlformats.org/officeDocument/2006/relationships/notesSlide" Target="/ppt/notesSlides/notesSlide8.xml" Id="R8db61a151c8548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98154631d4000" /><Relationship Type="http://schemas.openxmlformats.org/officeDocument/2006/relationships/image" Target="/ppt/media/image9.jpeg" Id="R73b754093df74133" /><Relationship Type="http://schemas.openxmlformats.org/officeDocument/2006/relationships/notesSlide" Target="/ppt/notesSlides/notesSlide9.xml" Id="Ra59ca0b5ab374e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d659d74144308" /><Relationship Type="http://schemas.openxmlformats.org/officeDocument/2006/relationships/image" Target="/ppt/media/image10.jpeg" Id="Rea499a7755094b03" /><Relationship Type="http://schemas.openxmlformats.org/officeDocument/2006/relationships/notesSlide" Target="/ppt/notesSlides/notesSlide10.xml" Id="Re9c1c25ffbfc42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0f67d88ac40b9" /><Relationship Type="http://schemas.openxmlformats.org/officeDocument/2006/relationships/image" Target="/ppt/media/image11.jpeg" Id="Ra1f24af6b3c5451e" /><Relationship Type="http://schemas.openxmlformats.org/officeDocument/2006/relationships/notesSlide" Target="/ppt/notesSlides/notesSlide11.xml" Id="R96b3836b86a645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b2182b7104dd8" /><Relationship Type="http://schemas.openxmlformats.org/officeDocument/2006/relationships/image" Target="/ppt/media/image12.jpeg" Id="R6f62f1aeb1dc48da" /><Relationship Type="http://schemas.openxmlformats.org/officeDocument/2006/relationships/notesSlide" Target="/ppt/notesSlides/notesSlide12.xml" Id="Redb3b29c7c5b47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f7b861ce34458" /><Relationship Type="http://schemas.openxmlformats.org/officeDocument/2006/relationships/image" Target="/ppt/media/image13.jpeg" Id="Rac5bad4f74b5410c" /><Relationship Type="http://schemas.openxmlformats.org/officeDocument/2006/relationships/notesSlide" Target="/ppt/notesSlides/notesSlide13.xml" Id="Rf59e7ee9177c49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af93b7e0949ab" /><Relationship Type="http://schemas.openxmlformats.org/officeDocument/2006/relationships/image" Target="/ppt/media/image14.jpeg" Id="R74f37d3205594fc6" /><Relationship Type="http://schemas.openxmlformats.org/officeDocument/2006/relationships/notesSlide" Target="/ppt/notesSlides/notesSlide14.xml" Id="R7c25ef7bbda24c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580568bbd402f"/>
          <a:stretch xmlns:a="http://schemas.openxmlformats.org/drawingml/2006/main"/>
        </p:blipFill>
        <p:spPr>
          <a:xfrm xmlns:a="http://schemas.openxmlformats.org/drawingml/2006/main">
            <a:off x="5508625" y="1123950"/>
            <a:ext cx="6146800" cy="3457575"/>
          </a:xfrm>
          <a:prstGeom xmlns:a="http://schemas.openxmlformats.org/drawingml/2006/main" prst="roundRect">
            <a:avLst>
              <a:gd name="adj" fmla="val 6612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027CF6B-B550-4E90-80C1-470A267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B3A59EF-E042-4C4E-9E82-7FFEC3E1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01/14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19AA66-91B6-4D4E-B1B1-B6447CB1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Почему мы сделали CreateKids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2BF002BA-4AF1-4F0A-9F34-3C7C70A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История двух родителей, двух очень разных детей и одного вопроса о будущем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E3190B2-0B19-4332-8315-C7850FC4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Наша семейная история</a:t>
            </a:r>
          </a:p>
        </p:txBody>
      </p:sp>
    </p:spTree>
    <p:extLst>
      <p:ext uri="{BB962C8B-B14F-4D97-AF65-F5344CB8AC3E}">
        <p14:creationId xmlns:p14="http://schemas.microsoft.com/office/powerpoint/2010/main" val="371010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cea04974347e4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F71637F-2141-4745-9E66-61481328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D651C50-5138-4AD8-8581-352E7A0A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02/14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2E3145-D442-416F-BC2A-55A6BB4A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Откуда появилась идея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9248CCE9-5338-468A-B753-4D424566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Всё началось не с приложения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F0C1035-27C8-466D-B5DE-DF17D1E6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Мы размышляли о будущем наших детей и о том, что действительно пригодится им через десять или пятнадцать лет.</a:t>
            </a:r>
          </a:p>
        </p:txBody>
      </p:sp>
    </p:spTree>
    <p:extLst>
      <p:ext uri="{BB962C8B-B14F-4D97-AF65-F5344CB8AC3E}">
        <p14:creationId xmlns:p14="http://schemas.microsoft.com/office/powerpoint/2010/main" val="842470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b790144764d25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F73007B-67FA-47FA-A134-CE4BD4F7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B96602E-A60F-4443-B781-76791B67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03/14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8CA74F-73E5-467A-82EC-2C8C7157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Мы — родители двоих детей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EB9BC24C-E91D-416E-8CC0-5F85FE3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Сыну 7 лет. Дочери 14 лет.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D0E1DAB-E5C1-48DD-9692-3D40055A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Младшему нужны игра, движение и быстрый результат. Подростку нужны самостоятельность, собственный стиль и личное пространство.</a:t>
            </a:r>
          </a:p>
        </p:txBody>
      </p:sp>
    </p:spTree>
    <p:extLst>
      <p:ext uri="{BB962C8B-B14F-4D97-AF65-F5344CB8AC3E}">
        <p14:creationId xmlns:p14="http://schemas.microsoft.com/office/powerpoint/2010/main" val="505690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79f41591c4a6e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5A637B5-B3C5-4014-8C0D-EEBFD07C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6F6E823-9EAE-4A97-B5BA-E1C3D77C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04/14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3F21F9-2348-4CED-BFCD-88D9EF1C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Мы сделали ставку на творчество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02ADCCEC-CC10-47FA-9D31-74D2688F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Не на один конкретный навык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541AB79-FA82-4F62-97A1-3F6627B4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Создавать новое в разных формах. Переносить идеи между областями. Постепенно находить собственный способ выражения.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358331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1a7386ff94796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0B0C618-F05E-4C63-90DA-A5928F24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039FED9-A4E1-4C78-9199-CB02657E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05/14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8D29A9-F983-419B-9FC9-181A5279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Мир готовых ответов меняет родительский вопрос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3497B1A6-8D54-4793-B57D-7608AEC4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ИИ уже быстро создаёт типовой контент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D3C0E19-1A5E-4FB8-83F9-DC30F6F9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Важнее становится выбор вопроса, проблемы и направления. Замысел нужно довести до работающего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1820801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064275e354ce2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0B0D687-D61E-4A01-94C4-411DC10A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2485767-A832-4521-9E26-5E364752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06/14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4E7630-8807-4538-A44D-387623BE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Мы не знаем, кем будут работать наши дети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E1823054-0929-4C81-B960-0131384D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Честно предсказать профессии невозможно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C27BFE5-085F-45BE-8262-783FD1B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Наша ставка: самостоятельно мыслить и создавать в разных сценариях будущего.</a:t>
            </a:r>
          </a:p>
        </p:txBody>
      </p:sp>
    </p:spTree>
    <p:extLst>
      <p:ext uri="{BB962C8B-B14F-4D97-AF65-F5344CB8AC3E}">
        <p14:creationId xmlns:p14="http://schemas.microsoft.com/office/powerpoint/2010/main" val="19905646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c5d825f214b2b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64A476D-2990-4EA5-9D6C-B159F305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600104E-038C-4FBA-854E-1AACB745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07/14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93780B-1478-47AF-AFE1-BA78AD5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Почему эта идея стоит того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565E13F1-B647-4512-B0E6-CFCD4E0E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Этот вопрос волнует не только нашу семью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979A3EE-949D-4BD6-80BE-2DE32AA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Родители ищут способ развивать самостоятельность и воображение без страха, давления и громких обещаний.</a:t>
            </a:r>
          </a:p>
        </p:txBody>
      </p:sp>
    </p:spTree>
    <p:extLst>
      <p:ext uri="{BB962C8B-B14F-4D97-AF65-F5344CB8AC3E}">
        <p14:creationId xmlns:p14="http://schemas.microsoft.com/office/powerpoint/2010/main" val="339078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082b286d94eb9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EB391D9-44E5-4D6E-B942-9E1A9C9A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DD0F4E2-5CB5-4323-A24A-48B14B77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08/14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C3C9F9-6E4C-4B99-AC22-3F29E4EF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Многие родители чувствуют ту же тревогу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62093724-D224-4444-B354-EA028783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Тревоге нужен не лозунг, а понятное действие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4F5A10D-3B00-4407-A2DF-C72CBD20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Мир меняется быстрее привычных маршрутов. Домашней практике нужны ясный ритм и уважение к выбору ребёнка.</a:t>
            </a:r>
          </a:p>
        </p:txBody>
      </p:sp>
    </p:spTree>
    <p:extLst>
      <p:ext uri="{BB962C8B-B14F-4D97-AF65-F5344CB8AC3E}">
        <p14:creationId xmlns:p14="http://schemas.microsoft.com/office/powerpoint/2010/main" val="1747804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754093df74133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4DFD53E-F63D-4C34-A93F-B6BDA7CB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9D1A4D8-38E3-4EFD-A9F2-D1FEC38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09/14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8D398F-D671-479B-8408-CCE7B6FA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Четыре практические проблемы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1698D020-36A5-4122-B736-DA011D34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Что пробовать и как совместить разные возрасты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8C5F921-5482-43E3-A740-0D4368C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Как заниматься регулярно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Как не превратить творчество в ещё одну школу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Как оставить ребёнку авторство</a:t>
            </a:r>
          </a:p>
        </p:txBody>
      </p:sp>
    </p:spTree>
    <p:extLst>
      <p:ext uri="{BB962C8B-B14F-4D97-AF65-F5344CB8AC3E}">
        <p14:creationId xmlns:p14="http://schemas.microsoft.com/office/powerpoint/2010/main" val="4756192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99a7755094b03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D76656A-3E7C-4BA9-87D4-F0B14AD2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B92A277-E177-4C86-8616-5DBF1B0C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10/14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B59312-6EA1-47E5-A3AA-A7CBE7C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Так появилась идея CreateKids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3C23099E-E33E-482C-8D87-EB37CCE4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Большой вопрос становится понятной семейной практикой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0DDC1F2-CA60-4126-A88C-D7814C33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Сначала появились семейный вопрос, принципы и программа. Приложение появилось позже.</a:t>
            </a:r>
          </a:p>
        </p:txBody>
      </p:sp>
    </p:spTree>
    <p:extLst>
      <p:ext uri="{BB962C8B-B14F-4D97-AF65-F5344CB8AC3E}">
        <p14:creationId xmlns:p14="http://schemas.microsoft.com/office/powerpoint/2010/main" val="5900205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24af6b3c5451e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13C8BA4-6C75-4866-AB5A-7BE99DE2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4ED0F84-64DC-473C-8048-2F81E51A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11/14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3AE69A-02D9-44BA-97DA-7CB5CC0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Одна неделя. Четыре понятных шага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31537993-A25D-49E8-87F9-C83F4A3A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Одна тема, разные роли, никакого сравнения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E35A828-112E-4D41-975C-3B189CA7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1  Короткая игра младшему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2  Самостоятельный проект подростку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3  Общая семейная лаборатория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4  Сохранение процесса и рефлексия</a:t>
            </a:r>
          </a:p>
        </p:txBody>
      </p:sp>
    </p:spTree>
    <p:extLst>
      <p:ext uri="{BB962C8B-B14F-4D97-AF65-F5344CB8AC3E}">
        <p14:creationId xmlns:p14="http://schemas.microsoft.com/office/powerpoint/2010/main" val="593022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2f1aeb1dc48da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285CE68-6416-412B-9CC2-37943646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C0DA5BA-E1D6-4B44-ACA3-CE4BD546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12/14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8FA460-801B-4679-8043-D4FF52DC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Через 12 недель: карта живого интереса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C37C736D-AF93-4B19-B974-42DD650B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Не пачка одинаковых поделок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8777B02-A744-4992-9BB7-7C650B40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Что ребёнок выбрал сам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Где задержался дольше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К чему вернулся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Что улучшил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Чем захотел поделиться</a:t>
            </a:r>
          </a:p>
        </p:txBody>
      </p:sp>
    </p:spTree>
    <p:extLst>
      <p:ext uri="{BB962C8B-B14F-4D97-AF65-F5344CB8AC3E}">
        <p14:creationId xmlns:p14="http://schemas.microsoft.com/office/powerpoint/2010/main" val="1374336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bad4f74b5410c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6E3666E-9C3C-4D5D-9F82-A99B27F7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7A6226E-4FC2-49D1-ADDE-DB1C1AA8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13/14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FA552E-ED72-4909-915E-157EB0B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Что мы хотим дать семье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D9428003-4C60-41A5-BEDB-828E8788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Способ действовать уже сейчас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1069065-BB19-4F8F-98AD-5ACD48B9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Родителю: понятный путь.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Ребёнку: безопасное место, где можно пробовать, бросать, переделывать, ошибаться и находить своё.</a:t>
            </a:r>
          </a:p>
        </p:txBody>
      </p:sp>
    </p:spTree>
    <p:extLst>
      <p:ext uri="{BB962C8B-B14F-4D97-AF65-F5344CB8AC3E}">
        <p14:creationId xmlns:p14="http://schemas.microsoft.com/office/powerpoint/2010/main" val="14510164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37d3205594fc6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416EF68-D487-4335-81F2-9EB8426E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0803B03-2E24-4D5E-9249-A966BE96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14/14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B44468-9FE2-4160-8BDF-305CDB68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Мы не хотим решать за детей, в чём их талант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A5980D69-1430-4DF8-B287-BA59C52D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Мы создаём условия, в которых они смогут обнаружить это сами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FAA948B-FB02-498F-89B9-5B635500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Будущее нельзя предсказать. Способность создавать можно развивать.</a:t>
            </a:r>
          </a:p>
        </p:txBody>
      </p:sp>
    </p:spTree>
    <p:extLst>
      <p:ext uri="{BB962C8B-B14F-4D97-AF65-F5344CB8AC3E}">
        <p14:creationId xmlns:p14="http://schemas.microsoft.com/office/powerpoint/2010/main" val="1698006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2026-10-03T16:55:45.9620000Z</dcterms:created>
  <dcterms:modified xsi:type="dcterms:W3CDTF">2026-10-03T16:55:45.9620000Z</dcterms:modified>
</coreProperties>
</file>