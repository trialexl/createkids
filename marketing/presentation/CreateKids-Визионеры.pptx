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CreateKids — семейная лаборатория творчества. Мы не пытаемся заранее угадать профессию ребёнка. Мы создаём условия, в которых он учится замечать, придумывать и воплощать собственные идеи.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Доступность готовых ответов не отменяет знания. Знание становится материалом для постановки вопросов, выбора и создания. ИИ здесь рассматривается как инструмент, а не как замена авторского решения ребёнка.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Нельзя надёжно предсказать конкретные профессии через 10–15 лет. Поэтому ставка делается не на одну специальность, а на авторскую позицию, самостоятельное мышление, предметное мастерство и способность учиться.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Креативность частично зависит от области. Ребёнок может быть оригинален в историях, но пока не владеть рисунком, или хорошо придумывать конструкции, но не интересоваться сценой. Разнообразие помогает обнаружить устойчивый интерес.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Сыну семь лет подходят короткие материальные игры и быстрый результат. Дочери четырнадцать — реальные культурные формы, приватность и более длинный личный проект. Старшая не становится преподавателем младшего.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Творческий цикл включает не только генерацию, но и отбор с улучшением: заметить, придумать варианты, сделать первую версию, проверить эффект и изменить. Незавершённая работа тоже допустимый результат.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Совместная программа работает, когда у каждого остаётся собственное авторство. Родитель поставляет материалы, задаёт вопросы и помогает с техникой по запросу, но не исправляет работу ребёнка.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стартовая семейная гипотеза, а не научно установленная дозировка. В загруженную неделю достаточно одной личной или одной совместной сессии. Пропущенные занятия не нужно догонять.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Одна тема может дать разные задачи без сравнения результатов. Семилетний ребёнок придумывает и разыгрывает продукт, подросток исследует аудиторию, визуальный язык и форму представления.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не выставляем общий балл креативности. Наблюдаем факты: самостоятельный выбор, возвращение после окончания, изменение решения, просьбу о новом инструменте и появление собственного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Пилот охватывает разные медиумы, затем даёт время на ремикс, личный проект и вторую версию. После двенадцати недель ребёнок выбирает направление для углубления и направление для свободного исследования.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Начать можно без дорогого курса: одна коробка материалов и одна семейная игра на этой неделе. Главный критерий — сохранилось ли желание создавать дальше.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_IMAGE">
    <p:bg>
      <p:bgPr>
        <a:solidFill>
          <a:srgbClr val="171A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lexseyalfimov/git/createkids/marketing/presentation/slides-png/createkids-slide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CreateKids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Визионеры — вот кто ваши дети</dc:title>
  <dc:subject>Семейная лаборатория творчества</dc:subject>
  <dc:creator>CreateKids</dc:creator>
  <cp:lastModifiedBy>CreateKids</cp:lastModifiedBy>
  <cp:revision>1</cp:revision>
  <dcterms:created xsi:type="dcterms:W3CDTF">2026-07-28T18:40:59Z</dcterms:created>
  <dcterms:modified xsi:type="dcterms:W3CDTF">2026-07-28T18:40:59Z</dcterms:modified>
</cp:coreProperties>
</file>