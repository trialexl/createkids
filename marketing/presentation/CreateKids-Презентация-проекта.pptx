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CreateKids — семейное приложение для родителей детей примерно 6–15 лет. Главная позиция бренда: мы не можем честно предсказать профессии будущего, но можем уже сейчас развивать привычку замечать возможности, придумывать варианты, делать первую версию и улучшать её.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 появился из личной ситуации основателей: в семье двое детей, семилетний сын и четырнадцатилетняя дочь. Нужна была программа, где младший получает короткую материальную игру, подросток — уважительное личное пространство и настоящий авторский проект, а семья может иногда создавать вместе. Готового маршрута не нашли, поэтому собрали свой.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Искусственный интеллект уже умеет генерировать тексты, изображения, музыку и код. CreateKids не обещает, что творческие профессии защищены от автоматизации. Честная ставка другая: человеку всё равно нужно поставить задачу, придумать направление, выбрать между вариантами, оценить результат и отвечать за финальное решение. ИИ может быть инструментом, но ребёнок остаётся автором.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Родительская тревога превращается в конкретные проблемы. Сложно выбирать кружок, пока ребёнок мало что пробовал. Трудно подобрать одно занятие детям разного возраста. Подготовка отнимает время. А образцы, оценки и сравнение быстро превращают творчество в ещё одну школу. Продукт снимает организационную нагрузку, не забирая у ребёнка авторский выбор.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CreateKids — не тест на врождённый талант. Семья собирает наблюдения за реальным поведением: что ребёнок выбирает сам, где удерживает внимание, что переделывает после неудачи, к чему возвращается и чем хочет поделиться. Через двенадцать недель следующий шаг выбирается по фактам, а не по рекламному буклету кружка.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Каждую неделю приложение даёт одну тему и четыре понятных элемента: короткую задачу младшему ребёнку, более самостоятельный проект подростку, общую семейную лабораторию и короткую рефлексию. Список материалов готовится максимум за пятнадцать минут. В загруженную неделю можно сделать только одну личную или одну семейную сессию; пропуски не нужно догонять.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Экран используется несколько минут: выбрать задание, увидеть следующий шаг, запустить таймер и убрать телефон. Само творчество происходит с бумагой, картоном, звуком, движением, камерой, конструктором или другими материалами. После занятия приложение помогает сохранить артефакт и мысль о следующей версии. Это ответ на возражение о лишнем экранном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Программа даёт попробовать восемь форм создания: рисунок, истории, музыку, конструирование, театр, кино, цифровые проекты и дизайн. Цель разнообразия — не поверхностно пройти всё, а дать ребёнку материал для осознанного выбора и заметить устойчивые интересы в конкретных областях.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детей разного возраста отдельные задания и равноправные роли. Семилетнему ребёнку подходят быстрые игровые формы и видимый результат. Подростку — собственный стиль, приватность, реальные форматы и более длинный проект. В общем деле старший не становится учителем или няней, а младший — исполнителем чужой идеи.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Методика включает честную работу с влияниями по принципу «Кради как художник»: собрать несколько источников, заметить конкретный приём, попробовать его, соединить с другими идеями, изменить тему, форму, материал или назначение и назвать авторов вдохновения. Продукт учит не создавать из пустоты, но и не принимать точное повторение за авторскую работу.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концу цикла семья получает цифровую выставку, ленту черновиков и улучшений, карту интересов каждого ребёнка и подсказку для следующего маршрута. Важен не красивый финал, а наблюдаемые сигналы: самостоятельный выбор, возвращение без уговоров, вторая версия, запрос нового инструмента и собственная инициатива.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CreateKids отличается от обычного приложения с уроками. Оно не обучает одной технике, не предлагает повторить единый образец и не оценивает результат. Здесь есть открытые задачи, личные и семейные проекты, разные уровни по возрасту и итоговая цель — найти направления, к которым хочется возвращаться.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MVP достаточно онбординга по возрасту и времени, двенадцати недель контента, пошагового режима с таймером, копилки вдохновения, сохранения источников и приёмов, загрузки артефактов, короткой рефлексии, портфолио и итоговой карты интересов. Проверяем три действия: семья начала следующую неделю, ребёнок вернулся к проекту, родителю стало легче проводить занятие без давления.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Лучший вход в продукт — бесплатная первая неделя «Наблюдать и замечать». После первого проекта семья уже понимает механику и ценность. Полный маршрут продаётся разово; после него возможна подписка на тематические сезоны: кино, игры, истории, изобретения. Основные каналы — родительские сообщества, педагоги, блогеры, творческие школы, музеи и семейные мероприятия.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Финальная идея проекта: не решать за ребёнка, в чём его талант, а создать условия, чтобы он обнаружил это через опыт. Ценность CreateKids не только в двенадцати наборах заданий. Она в новой семейной привычке — не ждать готового ответа, а создавать собственный.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_IMAGE">
    <p:bg>
      <p:bgPr>
        <a:solidFill>
          <a:srgbClr val="171A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lexseyalfimov/git/createkids/marketing/presentation/product-slides-png/createkids-product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CreateKids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CreateKids — презентация проекта</dc:title>
  <dc:subject>Описание проекта и продукта на основе заметки Идеи.md</dc:subject>
  <dc:creator>CreateKids</dc:creator>
  <cp:lastModifiedBy>CreateKids</cp:lastModifiedBy>
  <cp:revision>1</cp:revision>
  <dcterms:created xsi:type="dcterms:W3CDTF">2026-10-03T09:39:17Z</dcterms:created>
  <dcterms:modified xsi:type="dcterms:W3CDTF">2026-10-03T09:39:17Z</dcterms:modified>
</cp:coreProperties>
</file>