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 презентация — не рассказ о функциях приложения. Это наша история как родителей. У нас двое детей разного возраста, и CreateKids появился из вопроса о том, как помочь им подготовиться к будущему, которого мы сами не можем предсказать.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Всё началось не с идеи создать технологический продукт. Мы думали о будущем собственных детей: что действительно будет им полезно через десять или пятнадцать лет и как развивать это уже сейчас, без попытки заранее выбрать за них профессию или талант.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Нашему сыну семь лет, дочери четырнадцать. Младшему важны игра, движение, материалы в руках и быстрый результат. Подростку нужны самостоятельность, собственный стиль, уважение к личному пространству и настоящие, не детские формы проектов. Одно и то же занятие редко подходит им одинаково.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решили сделать ставку на творчество, но не сводить его к рисованию, музыке или другой отдельной технике. Нам стала важна более широкая способность: создавать новое в разных формах, переносить идеи между областями и постепенно находить собственный способ выражения.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Искусственный интеллект уже умеет быстро создавать типовые тексты, изображения, музыку и код. Это не означает, что знания больше не нужны. Но всё важнее становится умение решить, какой вопрос задать, какую проблему выбрать, какие идеи соединить, какое направление принять и как довести замысел до работающего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Никто не знает точно, какие профессии будут востребованы через десять или пятнадцать лет. Поэтому мы не хотим готовить детей к одному названию профессии или одному правильному пути. Наша родительская гипотеза состоит в том, что самостоятельное мышление и способность создавать пригодятся в разных сценариях будущего.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Постепенно мы поняли, что этот вопрос волнует не только нашу семью. Многие родители тоже пытаются разобраться, какие способности развивать в мире быстрых технологических изменений и как делать это без страха, давления и недоказанных обещаний.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Родители видят, что мир меняется быстрее привычных образовательных маршрутов. Они понимают ценность самостоятельности, воображения и авторского выбора, но часто не знают, как превратить эти понятия в регулярную домашнюю практику. Тревоге нужен не лозунг, а понятное действие.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практике возникают четыре препятствия. Непонятно, какие направления дать попробовать. Сложно подобрать задания детям разного возраста. Регулярная подготовка снова ложится на взрослого. А готовый образец, оценка и сравнение легко превращают творчество в ещё одну школу с правильными ответами.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появилась идея CreateKids: превратить большую тревожную задачу «подготовить ребёнка к будущему» в спокойную семейную практику. Сначала были наш вопрос, принципы и программа. Приложение появилось позже как способ сделать этот ритм доступным другим семьям.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Каждую неделю приложение предлагает короткое задание младшему ребёнку, более самостоятельный проект подростку, общую семейную игру или лабораторию и короткую фиксацию процесса. Формы меняются: рисунок, история, музыка, конструкция, театр, кино, цифровой проект или полезное изобретение.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Через двенадцать недель семья получает не набор одинаковых поделок и не оценку способностей. Она получает карту интересов каждого ребёнка: что он выбирал сам, где дольше удерживал внимание, к чему вернулся без уговоров, что улучшил после неудачи и чем захотел поделиться.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продаём уроки рисования, дополнительное экранное время или обещание угадать профессию будущего. Мы хотим дать родителю понятный способ действовать в неопределённости, а ребёнку — безопасное место, где можно пробовать, бросать, переделывать, ошибаться и находить своё без сравнения с другими.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хотим решать за детей, в чём их талант. Мы хотим создать условия, в которых они смогут это обнаружить сами. Будущее нельзя предсказать, но способность замечать возможности, придумывать и создавать можно развивать уже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IMAGE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product-slides-png/createkids-product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CreateKids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Почему мы сделали CreateKids</dc:title>
  <dc:subject>История родителей и происхождение идеи CreateKids</dc:subject>
  <dc:creator>CreateKids</dc:creator>
  <cp:lastModifiedBy>CreateKids</cp:lastModifiedBy>
  <cp:revision>1</cp:revision>
  <dcterms:created xsi:type="dcterms:W3CDTF">2026-10-03T10:05:25Z</dcterms:created>
  <dcterms:modified xsi:type="dcterms:W3CDTF">2026-10-03T10:05:25Z</dcterms:modified>
</cp:coreProperties>
</file>